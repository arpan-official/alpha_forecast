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89" r:id="rId2"/>
    <p:sldId id="256" r:id="rId3"/>
    <p:sldId id="288" r:id="rId4"/>
    <p:sldId id="257" r:id="rId5"/>
    <p:sldId id="258" r:id="rId6"/>
    <p:sldId id="259" r:id="rId7"/>
    <p:sldId id="261" r:id="rId8"/>
    <p:sldId id="260" r:id="rId9"/>
    <p:sldId id="262" r:id="rId10"/>
    <p:sldId id="263" r:id="rId11"/>
    <p:sldId id="264" r:id="rId12"/>
    <p:sldId id="265" r:id="rId13"/>
    <p:sldId id="267" r:id="rId14"/>
    <p:sldId id="268" r:id="rId15"/>
    <p:sldId id="269" r:id="rId16"/>
    <p:sldId id="270" r:id="rId17"/>
    <p:sldId id="271" r:id="rId18"/>
    <p:sldId id="272" r:id="rId19"/>
    <p:sldId id="273" r:id="rId20"/>
    <p:sldId id="274" r:id="rId21"/>
    <p:sldId id="279" r:id="rId22"/>
    <p:sldId id="275" r:id="rId23"/>
    <p:sldId id="276" r:id="rId24"/>
    <p:sldId id="277" r:id="rId25"/>
    <p:sldId id="278" r:id="rId26"/>
    <p:sldId id="280" r:id="rId27"/>
    <p:sldId id="281" r:id="rId28"/>
    <p:sldId id="282" r:id="rId29"/>
    <p:sldId id="283" r:id="rId30"/>
    <p:sldId id="284" r:id="rId31"/>
    <p:sldId id="285" r:id="rId32"/>
    <p:sldId id="286" r:id="rId33"/>
    <p:sldId id="287" r:id="rId34"/>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693" autoAdjust="0"/>
  </p:normalViewPr>
  <p:slideViewPr>
    <p:cSldViewPr snapToGrid="0" snapToObjects="1">
      <p:cViewPr varScale="1">
        <p:scale>
          <a:sx n="72" d="100"/>
          <a:sy n="72" d="100"/>
        </p:scale>
        <p:origin x="1404" y="54"/>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_rels/data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image" Target="../media/image4.jpeg"/></Relationships>
</file>

<file path=ppt/diagrams/_rels/data7.xml.rels><?xml version="1.0" encoding="UTF-8" standalone="yes"?>
<Relationships xmlns="http://schemas.openxmlformats.org/package/2006/relationships"><Relationship Id="rId1" Type="http://schemas.openxmlformats.org/officeDocument/2006/relationships/image" Target="../media/image10.png"/></Relationships>
</file>

<file path=ppt/diagrams/_rels/data8.xml.rels><?xml version="1.0" encoding="UTF-8" standalone="yes"?>
<Relationships xmlns="http://schemas.openxmlformats.org/package/2006/relationships"><Relationship Id="rId1" Type="http://schemas.openxmlformats.org/officeDocument/2006/relationships/image" Target="../media/image13.jpg"/></Relationships>
</file>

<file path=ppt/diagrams/_rels/data10.xml.rels><?xml version="1.0" encoding="UTF-8" standalone="yes"?>
<Relationships xmlns="http://schemas.openxmlformats.org/package/2006/relationships"><Relationship Id="rId1" Type="http://schemas.openxmlformats.org/officeDocument/2006/relationships/image" Target="../media/image14.png"/></Relationships>
</file>

<file path=ppt/diagrams/_rels/data11.xml.rels><?xml version="1.0" encoding="UTF-8" standalone="yes"?>
<Relationships xmlns="http://schemas.openxmlformats.org/package/2006/relationships"><Relationship Id="rId1" Type="http://schemas.openxmlformats.org/officeDocument/2006/relationships/image" Target="../media/image19.png"/></Relationships>
</file>

<file path=ppt/diagrams/_rels/drawing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5.png"/></Relationships>
</file>

<file path=ppt/diagrams/_rels/drawing7.xml.rels><?xml version="1.0" encoding="UTF-8" standalone="yes"?>
<Relationships xmlns="http://schemas.openxmlformats.org/package/2006/relationships"><Relationship Id="rId1" Type="http://schemas.openxmlformats.org/officeDocument/2006/relationships/image" Target="../media/image10.png"/></Relationships>
</file>

<file path=ppt/diagrams/_rels/drawing8.xml.rels><?xml version="1.0" encoding="UTF-8" standalone="yes"?>
<Relationships xmlns="http://schemas.openxmlformats.org/package/2006/relationships"><Relationship Id="rId1" Type="http://schemas.openxmlformats.org/officeDocument/2006/relationships/image" Target="../media/image13.jpg"/></Relationships>
</file>

<file path=ppt/diagrams/_rels/drawing10.xml.rels><?xml version="1.0" encoding="UTF-8" standalone="yes"?>
<Relationships xmlns="http://schemas.openxmlformats.org/package/2006/relationships"><Relationship Id="rId1" Type="http://schemas.openxmlformats.org/officeDocument/2006/relationships/image" Target="../media/image14.png"/></Relationships>
</file>

<file path=ppt/diagrams/_rels/drawing11.xml.rels><?xml version="1.0" encoding="UTF-8" standalone="yes"?>
<Relationships xmlns="http://schemas.openxmlformats.org/package/2006/relationships"><Relationship Id="rId1"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16A651-D4C8-45FF-92E5-6D1F4C825636}"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21AE36F7-8108-4A8A-B020-F472B05E3338}">
      <dgm:prSet custT="1"/>
      <dgm:spPr/>
      <dgm:t>
        <a:bodyPr anchor="t"/>
        <a:lstStyle/>
        <a:p>
          <a:r>
            <a:rPr lang="en-US" sz="2200" dirty="0"/>
            <a:t>Creating a model that predicts the future price of the stock based on the original everyday closing price of the stock data</a:t>
          </a:r>
        </a:p>
      </dgm:t>
    </dgm:pt>
    <dgm:pt modelId="{C4538EB1-03A6-4E8F-A2E3-767CCB5857DA}" type="parTrans" cxnId="{20F64D0F-0848-48AA-8408-15A53EA451D1}">
      <dgm:prSet/>
      <dgm:spPr/>
      <dgm:t>
        <a:bodyPr/>
        <a:lstStyle/>
        <a:p>
          <a:endParaRPr lang="en-US"/>
        </a:p>
      </dgm:t>
    </dgm:pt>
    <dgm:pt modelId="{20368032-049E-41CA-8446-E79E72174F8F}" type="sibTrans" cxnId="{20F64D0F-0848-48AA-8408-15A53EA451D1}">
      <dgm:prSet/>
      <dgm:spPr/>
      <dgm:t>
        <a:bodyPr/>
        <a:lstStyle/>
        <a:p>
          <a:endParaRPr lang="en-US"/>
        </a:p>
      </dgm:t>
    </dgm:pt>
    <dgm:pt modelId="{56F8A9E9-F613-44F6-BF91-CB26AE250481}">
      <dgm:prSet custT="1"/>
      <dgm:spPr/>
      <dgm:t>
        <a:bodyPr/>
        <a:lstStyle/>
        <a:p>
          <a:r>
            <a:rPr lang="en-US" sz="2200" dirty="0"/>
            <a:t>Creating a model that predicts the future price of the stock based on the Moving average of 200 days on the stock data</a:t>
          </a:r>
        </a:p>
      </dgm:t>
    </dgm:pt>
    <dgm:pt modelId="{60BDB002-CD68-4683-A5B3-3EDAB74D1575}" type="parTrans" cxnId="{D2232023-DFBB-4CB4-90A6-8EF89136DE69}">
      <dgm:prSet/>
      <dgm:spPr/>
      <dgm:t>
        <a:bodyPr/>
        <a:lstStyle/>
        <a:p>
          <a:endParaRPr lang="en-US"/>
        </a:p>
      </dgm:t>
    </dgm:pt>
    <dgm:pt modelId="{EA5B2CF3-2433-43E8-9074-D603D87A17D3}" type="sibTrans" cxnId="{D2232023-DFBB-4CB4-90A6-8EF89136DE69}">
      <dgm:prSet/>
      <dgm:spPr/>
      <dgm:t>
        <a:bodyPr/>
        <a:lstStyle/>
        <a:p>
          <a:endParaRPr lang="en-US"/>
        </a:p>
      </dgm:t>
    </dgm:pt>
    <dgm:pt modelId="{D017DBA9-5DD9-4BA6-9315-D1A9A04D34B5}">
      <dgm:prSet custT="1"/>
      <dgm:spPr/>
      <dgm:t>
        <a:bodyPr anchor="t"/>
        <a:lstStyle/>
        <a:p>
          <a:r>
            <a:rPr lang="en-US" sz="2200" dirty="0"/>
            <a:t>Creating a model that can predict the future top and bottom price of the stock i.e. The next maximum or minimum stock value before the stock price starts to go down or up respectively</a:t>
          </a:r>
        </a:p>
      </dgm:t>
    </dgm:pt>
    <dgm:pt modelId="{73F71757-4317-4DDD-BFFA-EC778ED886DE}" type="parTrans" cxnId="{C2C06BE3-85A4-4CCC-B2F6-CD3AC6FA0FB9}">
      <dgm:prSet/>
      <dgm:spPr/>
      <dgm:t>
        <a:bodyPr/>
        <a:lstStyle/>
        <a:p>
          <a:endParaRPr lang="en-US"/>
        </a:p>
      </dgm:t>
    </dgm:pt>
    <dgm:pt modelId="{EA4EE1E9-567E-4E9E-9CC8-3AE7AFC39F15}" type="sibTrans" cxnId="{C2C06BE3-85A4-4CCC-B2F6-CD3AC6FA0FB9}">
      <dgm:prSet/>
      <dgm:spPr/>
      <dgm:t>
        <a:bodyPr/>
        <a:lstStyle/>
        <a:p>
          <a:endParaRPr lang="en-US"/>
        </a:p>
      </dgm:t>
    </dgm:pt>
    <dgm:pt modelId="{A0E11C06-7A7E-4702-8DCE-073425BD9238}">
      <dgm:prSet custT="1"/>
      <dgm:spPr/>
      <dgm:t>
        <a:bodyPr/>
        <a:lstStyle/>
        <a:p>
          <a:r>
            <a:rPr lang="en-US" sz="2200" dirty="0"/>
            <a:t>Creating a model that can predict the days between  the future maximum value and the next upcoming minimum value or vice versa.</a:t>
          </a:r>
        </a:p>
      </dgm:t>
    </dgm:pt>
    <dgm:pt modelId="{18ECE65B-473D-451D-B83F-F4091E81A652}" type="parTrans" cxnId="{595CF72A-19A4-4EA3-8059-C9CF0E61ECB6}">
      <dgm:prSet/>
      <dgm:spPr/>
      <dgm:t>
        <a:bodyPr/>
        <a:lstStyle/>
        <a:p>
          <a:endParaRPr lang="en-US"/>
        </a:p>
      </dgm:t>
    </dgm:pt>
    <dgm:pt modelId="{A82437CD-9C43-4444-9F7F-B1849BAFBE78}" type="sibTrans" cxnId="{595CF72A-19A4-4EA3-8059-C9CF0E61ECB6}">
      <dgm:prSet/>
      <dgm:spPr/>
      <dgm:t>
        <a:bodyPr/>
        <a:lstStyle/>
        <a:p>
          <a:endParaRPr lang="en-US"/>
        </a:p>
      </dgm:t>
    </dgm:pt>
    <dgm:pt modelId="{3595BB11-A009-408B-9863-E4C6B1CACF7E}" type="pres">
      <dgm:prSet presAssocID="{A216A651-D4C8-45FF-92E5-6D1F4C825636}" presName="Name0" presStyleCnt="0">
        <dgm:presLayoutVars>
          <dgm:dir/>
          <dgm:resizeHandles val="exact"/>
        </dgm:presLayoutVars>
      </dgm:prSet>
      <dgm:spPr/>
    </dgm:pt>
    <dgm:pt modelId="{ED83E28A-5680-46D9-8AD4-69E7F106C339}" type="pres">
      <dgm:prSet presAssocID="{A216A651-D4C8-45FF-92E5-6D1F4C825636}" presName="arrow" presStyleLbl="bgShp" presStyleIdx="0" presStyleCnt="1" custLinFactNeighborX="-2426" custLinFactNeighborY="6107"/>
      <dgm:spPr/>
    </dgm:pt>
    <dgm:pt modelId="{E6DDAF1F-ABA3-41A1-890C-AFBF4646CA5C}" type="pres">
      <dgm:prSet presAssocID="{A216A651-D4C8-45FF-92E5-6D1F4C825636}" presName="points" presStyleCnt="0"/>
      <dgm:spPr/>
    </dgm:pt>
    <dgm:pt modelId="{72EDC11E-C56A-47A0-86F4-DF0F723497CF}" type="pres">
      <dgm:prSet presAssocID="{21AE36F7-8108-4A8A-B020-F472B05E3338}" presName="compositeA" presStyleCnt="0"/>
      <dgm:spPr/>
    </dgm:pt>
    <dgm:pt modelId="{9E3A6330-65EE-428A-BF9E-7A8741C5367D}" type="pres">
      <dgm:prSet presAssocID="{21AE36F7-8108-4A8A-B020-F472B05E3338}" presName="textA" presStyleLbl="revTx" presStyleIdx="0" presStyleCnt="4" custScaleX="120180">
        <dgm:presLayoutVars>
          <dgm:bulletEnabled val="1"/>
        </dgm:presLayoutVars>
      </dgm:prSet>
      <dgm:spPr/>
    </dgm:pt>
    <dgm:pt modelId="{0BC507AC-8DF6-4C81-BABD-1577354002D4}" type="pres">
      <dgm:prSet presAssocID="{21AE36F7-8108-4A8A-B020-F472B05E3338}" presName="circleA" presStyleLbl="node1" presStyleIdx="0" presStyleCnt="4"/>
      <dgm:spPr/>
    </dgm:pt>
    <dgm:pt modelId="{1200C00C-E80C-4B7E-A551-21062F25B875}" type="pres">
      <dgm:prSet presAssocID="{21AE36F7-8108-4A8A-B020-F472B05E3338}" presName="spaceA" presStyleCnt="0"/>
      <dgm:spPr/>
    </dgm:pt>
    <dgm:pt modelId="{43472142-5D5C-4352-AB48-99B3FDF1DAC7}" type="pres">
      <dgm:prSet presAssocID="{20368032-049E-41CA-8446-E79E72174F8F}" presName="space" presStyleCnt="0"/>
      <dgm:spPr/>
    </dgm:pt>
    <dgm:pt modelId="{6A5A997C-13E7-4700-A558-382A8F4E94B4}" type="pres">
      <dgm:prSet presAssocID="{56F8A9E9-F613-44F6-BF91-CB26AE250481}" presName="compositeB" presStyleCnt="0"/>
      <dgm:spPr/>
    </dgm:pt>
    <dgm:pt modelId="{1E522288-B115-4A6A-9050-F624091A35C0}" type="pres">
      <dgm:prSet presAssocID="{56F8A9E9-F613-44F6-BF91-CB26AE250481}" presName="textB" presStyleLbl="revTx" presStyleIdx="1" presStyleCnt="4" custScaleX="147511">
        <dgm:presLayoutVars>
          <dgm:bulletEnabled val="1"/>
        </dgm:presLayoutVars>
      </dgm:prSet>
      <dgm:spPr/>
    </dgm:pt>
    <dgm:pt modelId="{ED8A0CD3-51AB-4AE4-BBC6-FF0B075FC1E8}" type="pres">
      <dgm:prSet presAssocID="{56F8A9E9-F613-44F6-BF91-CB26AE250481}" presName="circleB" presStyleLbl="node1" presStyleIdx="1" presStyleCnt="4"/>
      <dgm:spPr/>
    </dgm:pt>
    <dgm:pt modelId="{C8A7E4B0-F44C-41DD-8930-0CCB4126CAB9}" type="pres">
      <dgm:prSet presAssocID="{56F8A9E9-F613-44F6-BF91-CB26AE250481}" presName="spaceB" presStyleCnt="0"/>
      <dgm:spPr/>
    </dgm:pt>
    <dgm:pt modelId="{F4517A66-C4CF-4929-B9BD-166EF729C19B}" type="pres">
      <dgm:prSet presAssocID="{EA5B2CF3-2433-43E8-9074-D603D87A17D3}" presName="space" presStyleCnt="0"/>
      <dgm:spPr/>
    </dgm:pt>
    <dgm:pt modelId="{33EFA045-336B-41F0-A2EC-0D37F736E491}" type="pres">
      <dgm:prSet presAssocID="{D017DBA9-5DD9-4BA6-9315-D1A9A04D34B5}" presName="compositeA" presStyleCnt="0"/>
      <dgm:spPr/>
    </dgm:pt>
    <dgm:pt modelId="{266F541B-90BF-4F20-BD60-D3496A1DF247}" type="pres">
      <dgm:prSet presAssocID="{D017DBA9-5DD9-4BA6-9315-D1A9A04D34B5}" presName="textA" presStyleLbl="revTx" presStyleIdx="2" presStyleCnt="4" custScaleX="161817">
        <dgm:presLayoutVars>
          <dgm:bulletEnabled val="1"/>
        </dgm:presLayoutVars>
      </dgm:prSet>
      <dgm:spPr/>
    </dgm:pt>
    <dgm:pt modelId="{2FD64EFC-4C3A-4ED5-AE70-C1466954D05D}" type="pres">
      <dgm:prSet presAssocID="{D017DBA9-5DD9-4BA6-9315-D1A9A04D34B5}" presName="circleA" presStyleLbl="node1" presStyleIdx="2" presStyleCnt="4"/>
      <dgm:spPr/>
    </dgm:pt>
    <dgm:pt modelId="{A5346AD7-D282-47E6-A506-75C6FAD408B1}" type="pres">
      <dgm:prSet presAssocID="{D017DBA9-5DD9-4BA6-9315-D1A9A04D34B5}" presName="spaceA" presStyleCnt="0"/>
      <dgm:spPr/>
    </dgm:pt>
    <dgm:pt modelId="{2D47399C-2EC9-49AD-B39D-C7F9D6F077D8}" type="pres">
      <dgm:prSet presAssocID="{EA4EE1E9-567E-4E9E-9CC8-3AE7AFC39F15}" presName="space" presStyleCnt="0"/>
      <dgm:spPr/>
    </dgm:pt>
    <dgm:pt modelId="{357EC374-2E7C-472D-B82A-F114FC18BD07}" type="pres">
      <dgm:prSet presAssocID="{A0E11C06-7A7E-4702-8DCE-073425BD9238}" presName="compositeB" presStyleCnt="0"/>
      <dgm:spPr/>
    </dgm:pt>
    <dgm:pt modelId="{DE6EE41C-F877-4269-A2A3-5693EA7AB986}" type="pres">
      <dgm:prSet presAssocID="{A0E11C06-7A7E-4702-8DCE-073425BD9238}" presName="textB" presStyleLbl="revTx" presStyleIdx="3" presStyleCnt="4" custScaleX="173807" custLinFactNeighborX="521" custLinFactNeighborY="0">
        <dgm:presLayoutVars>
          <dgm:bulletEnabled val="1"/>
        </dgm:presLayoutVars>
      </dgm:prSet>
      <dgm:spPr/>
    </dgm:pt>
    <dgm:pt modelId="{CDA8C2F1-3C16-48FD-8A58-213A9B63E033}" type="pres">
      <dgm:prSet presAssocID="{A0E11C06-7A7E-4702-8DCE-073425BD9238}" presName="circleB" presStyleLbl="node1" presStyleIdx="3" presStyleCnt="4"/>
      <dgm:spPr/>
    </dgm:pt>
    <dgm:pt modelId="{41DAF405-E720-4696-A603-DD871EC9E35D}" type="pres">
      <dgm:prSet presAssocID="{A0E11C06-7A7E-4702-8DCE-073425BD9238}" presName="spaceB" presStyleCnt="0"/>
      <dgm:spPr/>
    </dgm:pt>
  </dgm:ptLst>
  <dgm:cxnLst>
    <dgm:cxn modelId="{20F64D0F-0848-48AA-8408-15A53EA451D1}" srcId="{A216A651-D4C8-45FF-92E5-6D1F4C825636}" destId="{21AE36F7-8108-4A8A-B020-F472B05E3338}" srcOrd="0" destOrd="0" parTransId="{C4538EB1-03A6-4E8F-A2E3-767CCB5857DA}" sibTransId="{20368032-049E-41CA-8446-E79E72174F8F}"/>
    <dgm:cxn modelId="{D2232023-DFBB-4CB4-90A6-8EF89136DE69}" srcId="{A216A651-D4C8-45FF-92E5-6D1F4C825636}" destId="{56F8A9E9-F613-44F6-BF91-CB26AE250481}" srcOrd="1" destOrd="0" parTransId="{60BDB002-CD68-4683-A5B3-3EDAB74D1575}" sibTransId="{EA5B2CF3-2433-43E8-9074-D603D87A17D3}"/>
    <dgm:cxn modelId="{595CF72A-19A4-4EA3-8059-C9CF0E61ECB6}" srcId="{A216A651-D4C8-45FF-92E5-6D1F4C825636}" destId="{A0E11C06-7A7E-4702-8DCE-073425BD9238}" srcOrd="3" destOrd="0" parTransId="{18ECE65B-473D-451D-B83F-F4091E81A652}" sibTransId="{A82437CD-9C43-4444-9F7F-B1849BAFBE78}"/>
    <dgm:cxn modelId="{46BD8B33-0509-41E2-9819-CA425568ADB0}" type="presOf" srcId="{A216A651-D4C8-45FF-92E5-6D1F4C825636}" destId="{3595BB11-A009-408B-9863-E4C6B1CACF7E}" srcOrd="0" destOrd="0" presId="urn:microsoft.com/office/officeart/2005/8/layout/hProcess11"/>
    <dgm:cxn modelId="{D23E5872-1CA1-4534-B74A-F8383E835ADD}" type="presOf" srcId="{56F8A9E9-F613-44F6-BF91-CB26AE250481}" destId="{1E522288-B115-4A6A-9050-F624091A35C0}" srcOrd="0" destOrd="0" presId="urn:microsoft.com/office/officeart/2005/8/layout/hProcess11"/>
    <dgm:cxn modelId="{F0D98CDA-064F-4C16-8AE8-1B6C9C0FBFE5}" type="presOf" srcId="{D017DBA9-5DD9-4BA6-9315-D1A9A04D34B5}" destId="{266F541B-90BF-4F20-BD60-D3496A1DF247}" srcOrd="0" destOrd="0" presId="urn:microsoft.com/office/officeart/2005/8/layout/hProcess11"/>
    <dgm:cxn modelId="{5B81F6DB-41A3-4722-A7CD-F91236F620EF}" type="presOf" srcId="{A0E11C06-7A7E-4702-8DCE-073425BD9238}" destId="{DE6EE41C-F877-4269-A2A3-5693EA7AB986}" srcOrd="0" destOrd="0" presId="urn:microsoft.com/office/officeart/2005/8/layout/hProcess11"/>
    <dgm:cxn modelId="{C2C06BE3-85A4-4CCC-B2F6-CD3AC6FA0FB9}" srcId="{A216A651-D4C8-45FF-92E5-6D1F4C825636}" destId="{D017DBA9-5DD9-4BA6-9315-D1A9A04D34B5}" srcOrd="2" destOrd="0" parTransId="{73F71757-4317-4DDD-BFFA-EC778ED886DE}" sibTransId="{EA4EE1E9-567E-4E9E-9CC8-3AE7AFC39F15}"/>
    <dgm:cxn modelId="{16D75EFF-1CC6-428F-8E3C-CFD5C52E487B}" type="presOf" srcId="{21AE36F7-8108-4A8A-B020-F472B05E3338}" destId="{9E3A6330-65EE-428A-BF9E-7A8741C5367D}" srcOrd="0" destOrd="0" presId="urn:microsoft.com/office/officeart/2005/8/layout/hProcess11"/>
    <dgm:cxn modelId="{83C279EF-628E-429E-BE5D-0A5AE14FD9DA}" type="presParOf" srcId="{3595BB11-A009-408B-9863-E4C6B1CACF7E}" destId="{ED83E28A-5680-46D9-8AD4-69E7F106C339}" srcOrd="0" destOrd="0" presId="urn:microsoft.com/office/officeart/2005/8/layout/hProcess11"/>
    <dgm:cxn modelId="{9B467113-8D93-4BA3-8A50-FB12F60B12F4}" type="presParOf" srcId="{3595BB11-A009-408B-9863-E4C6B1CACF7E}" destId="{E6DDAF1F-ABA3-41A1-890C-AFBF4646CA5C}" srcOrd="1" destOrd="0" presId="urn:microsoft.com/office/officeart/2005/8/layout/hProcess11"/>
    <dgm:cxn modelId="{2A90D40A-C64D-40D4-8F8F-4260F9E75CDC}" type="presParOf" srcId="{E6DDAF1F-ABA3-41A1-890C-AFBF4646CA5C}" destId="{72EDC11E-C56A-47A0-86F4-DF0F723497CF}" srcOrd="0" destOrd="0" presId="urn:microsoft.com/office/officeart/2005/8/layout/hProcess11"/>
    <dgm:cxn modelId="{ACF8CEB0-5582-4A0E-AD60-9D695580A75C}" type="presParOf" srcId="{72EDC11E-C56A-47A0-86F4-DF0F723497CF}" destId="{9E3A6330-65EE-428A-BF9E-7A8741C5367D}" srcOrd="0" destOrd="0" presId="urn:microsoft.com/office/officeart/2005/8/layout/hProcess11"/>
    <dgm:cxn modelId="{1B8AC7A2-9C0F-42EE-B5FD-5E98D311D8C7}" type="presParOf" srcId="{72EDC11E-C56A-47A0-86F4-DF0F723497CF}" destId="{0BC507AC-8DF6-4C81-BABD-1577354002D4}" srcOrd="1" destOrd="0" presId="urn:microsoft.com/office/officeart/2005/8/layout/hProcess11"/>
    <dgm:cxn modelId="{B2AF7F24-3285-441C-BC40-444B207A8696}" type="presParOf" srcId="{72EDC11E-C56A-47A0-86F4-DF0F723497CF}" destId="{1200C00C-E80C-4B7E-A551-21062F25B875}" srcOrd="2" destOrd="0" presId="urn:microsoft.com/office/officeart/2005/8/layout/hProcess11"/>
    <dgm:cxn modelId="{E90E9816-498E-45D3-B413-095EA45B4B7D}" type="presParOf" srcId="{E6DDAF1F-ABA3-41A1-890C-AFBF4646CA5C}" destId="{43472142-5D5C-4352-AB48-99B3FDF1DAC7}" srcOrd="1" destOrd="0" presId="urn:microsoft.com/office/officeart/2005/8/layout/hProcess11"/>
    <dgm:cxn modelId="{F2241C4A-EE47-4754-BF5D-530D83FD0C12}" type="presParOf" srcId="{E6DDAF1F-ABA3-41A1-890C-AFBF4646CA5C}" destId="{6A5A997C-13E7-4700-A558-382A8F4E94B4}" srcOrd="2" destOrd="0" presId="urn:microsoft.com/office/officeart/2005/8/layout/hProcess11"/>
    <dgm:cxn modelId="{FF8F4B46-A3F4-4BE4-A31B-58F74D59B688}" type="presParOf" srcId="{6A5A997C-13E7-4700-A558-382A8F4E94B4}" destId="{1E522288-B115-4A6A-9050-F624091A35C0}" srcOrd="0" destOrd="0" presId="urn:microsoft.com/office/officeart/2005/8/layout/hProcess11"/>
    <dgm:cxn modelId="{C8FC619B-EBD4-4A6F-AA7F-AD4A5AB5C4B6}" type="presParOf" srcId="{6A5A997C-13E7-4700-A558-382A8F4E94B4}" destId="{ED8A0CD3-51AB-4AE4-BBC6-FF0B075FC1E8}" srcOrd="1" destOrd="0" presId="urn:microsoft.com/office/officeart/2005/8/layout/hProcess11"/>
    <dgm:cxn modelId="{964452EF-8C63-4D33-AFC1-CE2EB4B6DA7B}" type="presParOf" srcId="{6A5A997C-13E7-4700-A558-382A8F4E94B4}" destId="{C8A7E4B0-F44C-41DD-8930-0CCB4126CAB9}" srcOrd="2" destOrd="0" presId="urn:microsoft.com/office/officeart/2005/8/layout/hProcess11"/>
    <dgm:cxn modelId="{F4637FB7-C0FA-4D5A-B6B9-4B958B68B1B1}" type="presParOf" srcId="{E6DDAF1F-ABA3-41A1-890C-AFBF4646CA5C}" destId="{F4517A66-C4CF-4929-B9BD-166EF729C19B}" srcOrd="3" destOrd="0" presId="urn:microsoft.com/office/officeart/2005/8/layout/hProcess11"/>
    <dgm:cxn modelId="{F1607592-126E-4EBC-A5DD-27E794A4E0DC}" type="presParOf" srcId="{E6DDAF1F-ABA3-41A1-890C-AFBF4646CA5C}" destId="{33EFA045-336B-41F0-A2EC-0D37F736E491}" srcOrd="4" destOrd="0" presId="urn:microsoft.com/office/officeart/2005/8/layout/hProcess11"/>
    <dgm:cxn modelId="{C3CC00C2-DD3F-40AD-AA97-9F04C606843D}" type="presParOf" srcId="{33EFA045-336B-41F0-A2EC-0D37F736E491}" destId="{266F541B-90BF-4F20-BD60-D3496A1DF247}" srcOrd="0" destOrd="0" presId="urn:microsoft.com/office/officeart/2005/8/layout/hProcess11"/>
    <dgm:cxn modelId="{16DF4DEF-B046-46C6-B6A0-9A376B5C7B05}" type="presParOf" srcId="{33EFA045-336B-41F0-A2EC-0D37F736E491}" destId="{2FD64EFC-4C3A-4ED5-AE70-C1466954D05D}" srcOrd="1" destOrd="0" presId="urn:microsoft.com/office/officeart/2005/8/layout/hProcess11"/>
    <dgm:cxn modelId="{D1E334E7-82B9-4147-B9F5-189ED273BFE2}" type="presParOf" srcId="{33EFA045-336B-41F0-A2EC-0D37F736E491}" destId="{A5346AD7-D282-47E6-A506-75C6FAD408B1}" srcOrd="2" destOrd="0" presId="urn:microsoft.com/office/officeart/2005/8/layout/hProcess11"/>
    <dgm:cxn modelId="{5004F264-7F9A-484A-9C42-0402BF9098AE}" type="presParOf" srcId="{E6DDAF1F-ABA3-41A1-890C-AFBF4646CA5C}" destId="{2D47399C-2EC9-49AD-B39D-C7F9D6F077D8}" srcOrd="5" destOrd="0" presId="urn:microsoft.com/office/officeart/2005/8/layout/hProcess11"/>
    <dgm:cxn modelId="{6D7BC838-4CF3-4649-9070-1A03223D10EC}" type="presParOf" srcId="{E6DDAF1F-ABA3-41A1-890C-AFBF4646CA5C}" destId="{357EC374-2E7C-472D-B82A-F114FC18BD07}" srcOrd="6" destOrd="0" presId="urn:microsoft.com/office/officeart/2005/8/layout/hProcess11"/>
    <dgm:cxn modelId="{00127D7A-A5EC-43E3-A5C3-616C601F6A56}" type="presParOf" srcId="{357EC374-2E7C-472D-B82A-F114FC18BD07}" destId="{DE6EE41C-F877-4269-A2A3-5693EA7AB986}" srcOrd="0" destOrd="0" presId="urn:microsoft.com/office/officeart/2005/8/layout/hProcess11"/>
    <dgm:cxn modelId="{284EBCC6-5D0A-449E-8EB7-B65789B571AB}" type="presParOf" srcId="{357EC374-2E7C-472D-B82A-F114FC18BD07}" destId="{CDA8C2F1-3C16-48FD-8A58-213A9B63E033}" srcOrd="1" destOrd="0" presId="urn:microsoft.com/office/officeart/2005/8/layout/hProcess11"/>
    <dgm:cxn modelId="{E40F9B30-E81C-4C40-8679-CDF72A18B477}" type="presParOf" srcId="{357EC374-2E7C-472D-B82A-F114FC18BD07}" destId="{41DAF405-E720-4696-A603-DD871EC9E35D}"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599A7B-2577-41A7-B683-D31B36993413}" type="doc">
      <dgm:prSet loTypeId="urn:microsoft.com/office/officeart/2008/layout/AlternatingPictureCircles" loCatId="picture" qsTypeId="urn:microsoft.com/office/officeart/2005/8/quickstyle/simple1" qsCatId="simple" csTypeId="urn:microsoft.com/office/officeart/2005/8/colors/accent2_5" csCatId="accent2" phldr="1"/>
      <dgm:spPr/>
      <dgm:t>
        <a:bodyPr/>
        <a:lstStyle/>
        <a:p>
          <a:endParaRPr lang="en-US"/>
        </a:p>
      </dgm:t>
    </dgm:pt>
    <dgm:pt modelId="{4D28B436-1D9B-4595-8BF5-65C0DAACE841}">
      <dgm:prSet/>
      <dgm:spPr>
        <a:blipFill dpi="0" rotWithShape="0">
          <a:blip xmlns:r="http://schemas.openxmlformats.org/officeDocument/2006/relationships" r:embed="rId1">
            <a:alphaModFix amt="0"/>
          </a:blip>
          <a:srcRect/>
          <a:tile tx="0" ty="0" sx="100000" sy="100000" flip="none" algn="tl"/>
        </a:blipFill>
      </dgm:spPr>
      <dgm:t>
        <a:bodyPr/>
        <a:lstStyle/>
        <a:p>
          <a:pPr algn="l">
            <a:buNone/>
          </a:pPr>
          <a:r>
            <a:rPr lang="en-US" dirty="0"/>
            <a:t>Which Model to use?</a:t>
          </a:r>
        </a:p>
      </dgm:t>
    </dgm:pt>
    <dgm:pt modelId="{6A757971-14FF-4AC3-B024-6235BCB6CE0C}" type="parTrans" cxnId="{C3162551-7E33-46E0-9A42-BB7CC87EC350}">
      <dgm:prSet/>
      <dgm:spPr/>
      <dgm:t>
        <a:bodyPr/>
        <a:lstStyle/>
        <a:p>
          <a:endParaRPr lang="en-US"/>
        </a:p>
      </dgm:t>
    </dgm:pt>
    <dgm:pt modelId="{E113AD4C-A5C8-4FFE-A4D6-6F053B76CA04}" type="sibTrans" cxnId="{C3162551-7E33-46E0-9A42-BB7CC87EC350}">
      <dgm:prSet/>
      <dgm:spPr/>
      <dgm:t>
        <a:bodyPr/>
        <a:lstStyle/>
        <a:p>
          <a:endParaRPr lang="en-US"/>
        </a:p>
      </dgm:t>
    </dgm:pt>
    <dgm:pt modelId="{379BD4B8-10EB-4240-A59F-4AA1365F8DDC}">
      <dgm:prSet/>
      <dgm:spPr/>
      <dgm:t>
        <a:bodyPr/>
        <a:lstStyle/>
        <a:p>
          <a:pPr algn="ctr">
            <a:buNone/>
          </a:pPr>
          <a:r>
            <a:rPr lang="en-US" dirty="0"/>
            <a:t>We have tried using the Linear Regression model for our project work but it is </a:t>
          </a:r>
          <a:r>
            <a:rPr lang="en-US"/>
            <a:t>limited of </a:t>
          </a:r>
          <a:r>
            <a:rPr lang="en-US" dirty="0"/>
            <a:t>capturing simple patterns and hence was not suitable for our project.</a:t>
          </a:r>
        </a:p>
      </dgm:t>
    </dgm:pt>
    <dgm:pt modelId="{997D3F1B-852C-4521-BC05-D630900062BD}" type="sibTrans" cxnId="{53CCCFFC-22EE-4352-B437-3364916E688E}">
      <dgm:prSet/>
      <dgm:spPr/>
      <dgm:t>
        <a:bodyPr/>
        <a:lstStyle/>
        <a:p>
          <a:endParaRPr lang="en-US"/>
        </a:p>
      </dgm:t>
    </dgm:pt>
    <dgm:pt modelId="{56282AE0-7F82-4B09-9833-1247CA377FB9}" type="parTrans" cxnId="{53CCCFFC-22EE-4352-B437-3364916E688E}">
      <dgm:prSet/>
      <dgm:spPr/>
      <dgm:t>
        <a:bodyPr/>
        <a:lstStyle/>
        <a:p>
          <a:endParaRPr lang="en-US"/>
        </a:p>
      </dgm:t>
    </dgm:pt>
    <dgm:pt modelId="{0EE0DB4D-AB16-4886-AE14-59DA50963944}" type="pres">
      <dgm:prSet presAssocID="{1D599A7B-2577-41A7-B683-D31B36993413}" presName="Name0" presStyleCnt="0">
        <dgm:presLayoutVars>
          <dgm:chMax/>
          <dgm:chPref/>
          <dgm:dir/>
        </dgm:presLayoutVars>
      </dgm:prSet>
      <dgm:spPr/>
    </dgm:pt>
    <dgm:pt modelId="{BC415F69-A2AB-40C6-97D3-BA1A0F7F7EE7}" type="pres">
      <dgm:prSet presAssocID="{4D28B436-1D9B-4595-8BF5-65C0DAACE841}" presName="composite" presStyleCnt="0"/>
      <dgm:spPr/>
    </dgm:pt>
    <dgm:pt modelId="{3B7A6272-4FB4-496C-BEC2-2F705DEEADA8}" type="pres">
      <dgm:prSet presAssocID="{4D28B436-1D9B-4595-8BF5-65C0DAACE841}" presName="Accent" presStyleLbl="alignNode1" presStyleIdx="0" presStyleCnt="1" custScaleX="99622" custLinFactNeighborX="18337" custLinFactNeighborY="-3509">
        <dgm:presLayoutVars>
          <dgm:chMax val="0"/>
          <dgm:chPref val="0"/>
        </dgm:presLayoutVars>
      </dgm:prSet>
      <dgm:spPr/>
    </dgm:pt>
    <dgm:pt modelId="{F0DE5852-B636-40AB-9B20-7C1A4300CD7B}" type="pres">
      <dgm:prSet presAssocID="{4D28B436-1D9B-4595-8BF5-65C0DAACE841}" presName="Image" presStyleLbl="bgImgPlace1" presStyleIdx="0" presStyleCnt="1" custScaleX="99622" custScaleY="76919">
        <dgm:presLayoutVars>
          <dgm:chMax val="0"/>
          <dgm:chPref val="0"/>
          <dgm:bulletEnabled val="1"/>
        </dgm:presLayoutVars>
      </dgm:prSet>
      <dgm:spPr>
        <a:blipFill>
          <a:blip xmlns:r="http://schemas.openxmlformats.org/officeDocument/2006/relationships" r:embed="rId2"/>
          <a:srcRect/>
          <a:stretch>
            <a:fillRect l="-36000" r="-36000"/>
          </a:stretch>
        </a:blipFill>
      </dgm:spPr>
    </dgm:pt>
    <dgm:pt modelId="{E40C9439-C77C-49E1-8302-7B3BF9C8D193}" type="pres">
      <dgm:prSet presAssocID="{4D28B436-1D9B-4595-8BF5-65C0DAACE841}" presName="Parent" presStyleLbl="fgAccFollowNode1" presStyleIdx="0" presStyleCnt="1" custScaleX="99622" custLinFactNeighborX="8243" custLinFactNeighborY="-4317">
        <dgm:presLayoutVars>
          <dgm:chMax val="0"/>
          <dgm:chPref val="0"/>
          <dgm:bulletEnabled val="1"/>
        </dgm:presLayoutVars>
      </dgm:prSet>
      <dgm:spPr/>
    </dgm:pt>
    <dgm:pt modelId="{FF3D9CE5-48C7-4932-86E6-EB552CCDC9FE}" type="pres">
      <dgm:prSet presAssocID="{4D28B436-1D9B-4595-8BF5-65C0DAACE841}" presName="Space" presStyleCnt="0">
        <dgm:presLayoutVars>
          <dgm:chMax val="0"/>
          <dgm:chPref val="0"/>
        </dgm:presLayoutVars>
      </dgm:prSet>
      <dgm:spPr/>
    </dgm:pt>
  </dgm:ptLst>
  <dgm:cxnLst>
    <dgm:cxn modelId="{C3162551-7E33-46E0-9A42-BB7CC87EC350}" srcId="{1D599A7B-2577-41A7-B683-D31B36993413}" destId="{4D28B436-1D9B-4595-8BF5-65C0DAACE841}" srcOrd="0" destOrd="0" parTransId="{6A757971-14FF-4AC3-B024-6235BCB6CE0C}" sibTransId="{E113AD4C-A5C8-4FFE-A4D6-6F053B76CA04}"/>
    <dgm:cxn modelId="{48459A9B-1805-4107-98BF-5069238E115E}" type="presOf" srcId="{4D28B436-1D9B-4595-8BF5-65C0DAACE841}" destId="{E40C9439-C77C-49E1-8302-7B3BF9C8D193}" srcOrd="0" destOrd="0" presId="urn:microsoft.com/office/officeart/2008/layout/AlternatingPictureCircles"/>
    <dgm:cxn modelId="{389606D7-ADD3-4FA6-AA95-69663D61081B}" type="presOf" srcId="{379BD4B8-10EB-4240-A59F-4AA1365F8DDC}" destId="{E40C9439-C77C-49E1-8302-7B3BF9C8D193}" srcOrd="0" destOrd="1" presId="urn:microsoft.com/office/officeart/2008/layout/AlternatingPictureCircles"/>
    <dgm:cxn modelId="{25A236E4-4DE1-4D83-AB8B-370CEDDE9C95}" type="presOf" srcId="{1D599A7B-2577-41A7-B683-D31B36993413}" destId="{0EE0DB4D-AB16-4886-AE14-59DA50963944}" srcOrd="0" destOrd="0" presId="urn:microsoft.com/office/officeart/2008/layout/AlternatingPictureCircles"/>
    <dgm:cxn modelId="{53CCCFFC-22EE-4352-B437-3364916E688E}" srcId="{4D28B436-1D9B-4595-8BF5-65C0DAACE841}" destId="{379BD4B8-10EB-4240-A59F-4AA1365F8DDC}" srcOrd="0" destOrd="0" parTransId="{56282AE0-7F82-4B09-9833-1247CA377FB9}" sibTransId="{997D3F1B-852C-4521-BC05-D630900062BD}"/>
    <dgm:cxn modelId="{A4FA98DB-A45A-4E77-B5B1-A27D6C166BCC}" type="presParOf" srcId="{0EE0DB4D-AB16-4886-AE14-59DA50963944}" destId="{BC415F69-A2AB-40C6-97D3-BA1A0F7F7EE7}" srcOrd="0" destOrd="0" presId="urn:microsoft.com/office/officeart/2008/layout/AlternatingPictureCircles"/>
    <dgm:cxn modelId="{7C0FC926-D832-4817-8446-183BA83EDE3C}" type="presParOf" srcId="{BC415F69-A2AB-40C6-97D3-BA1A0F7F7EE7}" destId="{3B7A6272-4FB4-496C-BEC2-2F705DEEADA8}" srcOrd="0" destOrd="0" presId="urn:microsoft.com/office/officeart/2008/layout/AlternatingPictureCircles"/>
    <dgm:cxn modelId="{0B9B069C-9C93-4BAA-8D21-70468E433EE3}" type="presParOf" srcId="{BC415F69-A2AB-40C6-97D3-BA1A0F7F7EE7}" destId="{F0DE5852-B636-40AB-9B20-7C1A4300CD7B}" srcOrd="1" destOrd="0" presId="urn:microsoft.com/office/officeart/2008/layout/AlternatingPictureCircles"/>
    <dgm:cxn modelId="{5CC4F0AA-A6EB-4098-98C2-6912F7B4DCB0}" type="presParOf" srcId="{BC415F69-A2AB-40C6-97D3-BA1A0F7F7EE7}" destId="{E40C9439-C77C-49E1-8302-7B3BF9C8D193}" srcOrd="2" destOrd="0" presId="urn:microsoft.com/office/officeart/2008/layout/AlternatingPictureCircles"/>
    <dgm:cxn modelId="{63ED7037-8228-4586-ADCB-251BB7F685E5}" type="presParOf" srcId="{BC415F69-A2AB-40C6-97D3-BA1A0F7F7EE7}" destId="{FF3D9CE5-48C7-4932-86E6-EB552CCDC9FE}" srcOrd="3" destOrd="0" presId="urn:microsoft.com/office/officeart/2008/layout/AlternatingPictureCircles"/>
  </dgm:cxnLst>
  <dgm:bg>
    <a:blipFill>
      <a:blip xmlns:r="http://schemas.openxmlformats.org/officeDocument/2006/relationships" r:embed="rId1">
        <a:alphaModFix amt="0"/>
      </a:blip>
      <a:tile tx="0" ty="0" sx="100000" sy="100000" flip="none" algn="tl"/>
    </a:blip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03E8C79-2448-4927-AD34-D1EC8DFCC14D}"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0FD1FC6E-0D76-4B34-89BA-E8AE506EA743}">
      <dgm:prSet/>
      <dgm:spPr/>
      <dgm:t>
        <a:bodyPr/>
        <a:lstStyle/>
        <a:p>
          <a:r>
            <a:rPr lang="en-US" b="1" i="1" u="sng"/>
            <a:t>Importing necessary library packages of python </a:t>
          </a:r>
          <a:endParaRPr lang="en-US"/>
        </a:p>
      </dgm:t>
    </dgm:pt>
    <dgm:pt modelId="{229955DE-3E9B-46E5-A4BD-51F4643541FF}" type="parTrans" cxnId="{C86F549C-9D2A-44F8-B81A-43E46139EDF5}">
      <dgm:prSet/>
      <dgm:spPr/>
      <dgm:t>
        <a:bodyPr/>
        <a:lstStyle/>
        <a:p>
          <a:endParaRPr lang="en-US"/>
        </a:p>
      </dgm:t>
    </dgm:pt>
    <dgm:pt modelId="{F734EB99-43BC-4490-A770-5E95ED6AEA37}" type="sibTrans" cxnId="{C86F549C-9D2A-44F8-B81A-43E46139EDF5}">
      <dgm:prSet/>
      <dgm:spPr/>
      <dgm:t>
        <a:bodyPr/>
        <a:lstStyle/>
        <a:p>
          <a:endParaRPr lang="en-US"/>
        </a:p>
      </dgm:t>
    </dgm:pt>
    <dgm:pt modelId="{DD954024-2E5E-4476-BB4D-1FE16FA04ACD}">
      <dgm:prSet/>
      <dgm:spPr/>
      <dgm:t>
        <a:bodyPr/>
        <a:lstStyle/>
        <a:p>
          <a:r>
            <a:rPr lang="en-US" sz="3200" b="1" dirty="0"/>
            <a:t>NumPy   --&gt;  	</a:t>
          </a:r>
          <a:r>
            <a:rPr lang="en-US" sz="3200" b="0" dirty="0"/>
            <a:t>For arithmetic operations</a:t>
          </a:r>
        </a:p>
      </dgm:t>
    </dgm:pt>
    <dgm:pt modelId="{76680D6D-DD68-45AB-BDC3-06AA0DF9FBF1}" type="parTrans" cxnId="{A3B10B7C-E157-463A-8D00-67AC4DA00568}">
      <dgm:prSet/>
      <dgm:spPr/>
      <dgm:t>
        <a:bodyPr/>
        <a:lstStyle/>
        <a:p>
          <a:endParaRPr lang="en-US"/>
        </a:p>
      </dgm:t>
    </dgm:pt>
    <dgm:pt modelId="{07A2828C-4AA3-4C29-99EC-8AD1520FB873}" type="sibTrans" cxnId="{A3B10B7C-E157-463A-8D00-67AC4DA00568}">
      <dgm:prSet/>
      <dgm:spPr/>
      <dgm:t>
        <a:bodyPr/>
        <a:lstStyle/>
        <a:p>
          <a:endParaRPr lang="en-US"/>
        </a:p>
      </dgm:t>
    </dgm:pt>
    <dgm:pt modelId="{119CE2ED-3E94-433F-8905-2ABD39AE0292}">
      <dgm:prSet/>
      <dgm:spPr/>
      <dgm:t>
        <a:bodyPr/>
        <a:lstStyle/>
        <a:p>
          <a:r>
            <a:rPr lang="en-US" sz="3200" b="1" dirty="0"/>
            <a:t>Pandas   --&gt;       </a:t>
          </a:r>
          <a:r>
            <a:rPr lang="en-US" sz="3200" b="0" dirty="0"/>
            <a:t>For data manipulation and data analysis</a:t>
          </a:r>
        </a:p>
      </dgm:t>
    </dgm:pt>
    <dgm:pt modelId="{F9AE7657-D59B-4071-AC57-F4F0B437012E}" type="parTrans" cxnId="{88C41170-5170-45DE-BBA5-695A39CF82BD}">
      <dgm:prSet/>
      <dgm:spPr/>
      <dgm:t>
        <a:bodyPr/>
        <a:lstStyle/>
        <a:p>
          <a:endParaRPr lang="en-US"/>
        </a:p>
      </dgm:t>
    </dgm:pt>
    <dgm:pt modelId="{8EAE655F-5940-4667-A243-C8307AA42F4B}" type="sibTrans" cxnId="{88C41170-5170-45DE-BBA5-695A39CF82BD}">
      <dgm:prSet/>
      <dgm:spPr/>
      <dgm:t>
        <a:bodyPr/>
        <a:lstStyle/>
        <a:p>
          <a:endParaRPr lang="en-US"/>
        </a:p>
      </dgm:t>
    </dgm:pt>
    <dgm:pt modelId="{9BDED0CF-75B8-44C1-B34C-9E31574D2484}">
      <dgm:prSet/>
      <dgm:spPr/>
      <dgm:t>
        <a:bodyPr/>
        <a:lstStyle/>
        <a:p>
          <a:r>
            <a:rPr lang="en-US" sz="3200" b="1" dirty="0"/>
            <a:t>Yfinance --&gt; 	</a:t>
          </a:r>
          <a:r>
            <a:rPr lang="en-US" sz="3200" b="0" dirty="0"/>
            <a:t>For fetching the data from Yahoo Finance</a:t>
          </a:r>
        </a:p>
      </dgm:t>
    </dgm:pt>
    <dgm:pt modelId="{259D2829-5521-4EBD-9E54-B5A0C9CAC473}" type="parTrans" cxnId="{6826E37F-D7DF-42F5-985C-C1F5A8B4C5B4}">
      <dgm:prSet/>
      <dgm:spPr/>
      <dgm:t>
        <a:bodyPr/>
        <a:lstStyle/>
        <a:p>
          <a:endParaRPr lang="en-US"/>
        </a:p>
      </dgm:t>
    </dgm:pt>
    <dgm:pt modelId="{8D20BFF1-B887-4B76-94FA-E878BB6416DC}" type="sibTrans" cxnId="{6826E37F-D7DF-42F5-985C-C1F5A8B4C5B4}">
      <dgm:prSet/>
      <dgm:spPr/>
      <dgm:t>
        <a:bodyPr/>
        <a:lstStyle/>
        <a:p>
          <a:endParaRPr lang="en-US"/>
        </a:p>
      </dgm:t>
    </dgm:pt>
    <dgm:pt modelId="{F537A8AF-85CF-4416-838A-28022C822679}">
      <dgm:prSet custT="1"/>
      <dgm:spPr/>
      <dgm:t>
        <a:bodyPr/>
        <a:lstStyle/>
        <a:p>
          <a:r>
            <a:rPr lang="en-US" sz="3200" b="1" dirty="0"/>
            <a:t>Keras, TensorFlow  </a:t>
          </a:r>
          <a:r>
            <a:rPr lang="en-US" sz="3000" b="1" dirty="0"/>
            <a:t>--&gt;  </a:t>
          </a:r>
          <a:r>
            <a:rPr lang="en-US" sz="3000" b="0" dirty="0"/>
            <a:t>For model creation, Training and Testing of data</a:t>
          </a:r>
        </a:p>
      </dgm:t>
    </dgm:pt>
    <dgm:pt modelId="{1423A8C9-5F40-47A5-9F51-F44B0F18DACC}" type="parTrans" cxnId="{9BC10BF9-0299-4C7A-BF53-8E22D2909C61}">
      <dgm:prSet/>
      <dgm:spPr/>
      <dgm:t>
        <a:bodyPr/>
        <a:lstStyle/>
        <a:p>
          <a:endParaRPr lang="en-US"/>
        </a:p>
      </dgm:t>
    </dgm:pt>
    <dgm:pt modelId="{478A6D06-5211-4907-9F53-E0CBB9CDB729}" type="sibTrans" cxnId="{9BC10BF9-0299-4C7A-BF53-8E22D2909C61}">
      <dgm:prSet/>
      <dgm:spPr/>
      <dgm:t>
        <a:bodyPr/>
        <a:lstStyle/>
        <a:p>
          <a:endParaRPr lang="en-US"/>
        </a:p>
      </dgm:t>
    </dgm:pt>
    <dgm:pt modelId="{C5CC4656-1FC5-4E81-A694-52FBC5DBCAAE}">
      <dgm:prSet/>
      <dgm:spPr/>
      <dgm:t>
        <a:bodyPr/>
        <a:lstStyle/>
        <a:p>
          <a:r>
            <a:rPr lang="en-US" sz="3200" b="1" dirty="0"/>
            <a:t>Streamlit  --&gt; 	</a:t>
          </a:r>
          <a:r>
            <a:rPr lang="en-US" sz="3200" b="0" dirty="0"/>
            <a:t>For web app implementation</a:t>
          </a:r>
        </a:p>
      </dgm:t>
    </dgm:pt>
    <dgm:pt modelId="{65ACAF14-D43D-48E3-93C1-C5FDFE6694C2}" type="parTrans" cxnId="{4037FAF7-5E2A-4E22-A0BE-2226D2CC769E}">
      <dgm:prSet/>
      <dgm:spPr/>
      <dgm:t>
        <a:bodyPr/>
        <a:lstStyle/>
        <a:p>
          <a:endParaRPr lang="en-US"/>
        </a:p>
      </dgm:t>
    </dgm:pt>
    <dgm:pt modelId="{D5B7BB5A-018A-4154-9B2C-79171C3D168A}" type="sibTrans" cxnId="{4037FAF7-5E2A-4E22-A0BE-2226D2CC769E}">
      <dgm:prSet/>
      <dgm:spPr/>
      <dgm:t>
        <a:bodyPr/>
        <a:lstStyle/>
        <a:p>
          <a:endParaRPr lang="en-US"/>
        </a:p>
      </dgm:t>
    </dgm:pt>
    <dgm:pt modelId="{ACFDCECA-1744-4ECD-8A06-BC9D81DFEAF8}">
      <dgm:prSet/>
      <dgm:spPr/>
      <dgm:t>
        <a:bodyPr/>
        <a:lstStyle/>
        <a:p>
          <a:r>
            <a:rPr lang="en-US" sz="3200" b="1" dirty="0"/>
            <a:t>Matplotlib  --&gt;  </a:t>
          </a:r>
          <a:r>
            <a:rPr lang="en-US" sz="3200" b="0" dirty="0"/>
            <a:t>For data visualization</a:t>
          </a:r>
        </a:p>
      </dgm:t>
    </dgm:pt>
    <dgm:pt modelId="{A4734309-954F-4210-8A91-EB443B78924A}" type="parTrans" cxnId="{3ECA3BC5-1582-4724-8FB2-17B72DDA31B7}">
      <dgm:prSet/>
      <dgm:spPr/>
      <dgm:t>
        <a:bodyPr/>
        <a:lstStyle/>
        <a:p>
          <a:endParaRPr lang="en-US"/>
        </a:p>
      </dgm:t>
    </dgm:pt>
    <dgm:pt modelId="{019C10D8-8F08-4E84-B56D-6178E49BED0D}" type="sibTrans" cxnId="{3ECA3BC5-1582-4724-8FB2-17B72DDA31B7}">
      <dgm:prSet/>
      <dgm:spPr/>
      <dgm:t>
        <a:bodyPr/>
        <a:lstStyle/>
        <a:p>
          <a:endParaRPr lang="en-US"/>
        </a:p>
      </dgm:t>
    </dgm:pt>
    <dgm:pt modelId="{986643B0-B6EC-46DA-BEAA-3E57F3D6F052}">
      <dgm:prSet/>
      <dgm:spPr/>
      <dgm:t>
        <a:bodyPr/>
        <a:lstStyle/>
        <a:p>
          <a:r>
            <a:rPr lang="en-US" sz="3200" b="1" dirty="0"/>
            <a:t>Scikit-learn  --&gt;	 </a:t>
          </a:r>
          <a:r>
            <a:rPr lang="en-US" sz="3200" b="0" dirty="0"/>
            <a:t>For data preprocessing </a:t>
          </a:r>
        </a:p>
      </dgm:t>
    </dgm:pt>
    <dgm:pt modelId="{684A79AA-1F80-4C3A-AAAD-DA76DD31402E}" type="parTrans" cxnId="{C02BA3AD-D7E1-472E-A575-28A410128ED3}">
      <dgm:prSet/>
      <dgm:spPr/>
      <dgm:t>
        <a:bodyPr/>
        <a:lstStyle/>
        <a:p>
          <a:endParaRPr lang="en-US"/>
        </a:p>
      </dgm:t>
    </dgm:pt>
    <dgm:pt modelId="{EB507F47-908E-4EF5-B36B-E8217F216AD5}" type="sibTrans" cxnId="{C02BA3AD-D7E1-472E-A575-28A410128ED3}">
      <dgm:prSet/>
      <dgm:spPr/>
      <dgm:t>
        <a:bodyPr/>
        <a:lstStyle/>
        <a:p>
          <a:endParaRPr lang="en-US"/>
        </a:p>
      </dgm:t>
    </dgm:pt>
    <dgm:pt modelId="{77DACD84-633A-4C42-BE88-323C860B670A}">
      <dgm:prSet/>
      <dgm:spPr/>
      <dgm:t>
        <a:bodyPr/>
        <a:lstStyle/>
        <a:p>
          <a:r>
            <a:rPr lang="en-US" sz="3200" b="1" dirty="0"/>
            <a:t>Shapely --&gt;	 </a:t>
          </a:r>
          <a:r>
            <a:rPr lang="en-US" sz="3200" b="0" dirty="0"/>
            <a:t>For data visualization in web app</a:t>
          </a:r>
        </a:p>
      </dgm:t>
    </dgm:pt>
    <dgm:pt modelId="{B56937C9-13AF-4B06-AA9D-7BC19CE5A532}" type="parTrans" cxnId="{EC362662-C8C5-4586-B822-86E7381D6BE7}">
      <dgm:prSet/>
      <dgm:spPr/>
      <dgm:t>
        <a:bodyPr/>
        <a:lstStyle/>
        <a:p>
          <a:endParaRPr lang="en-US"/>
        </a:p>
      </dgm:t>
    </dgm:pt>
    <dgm:pt modelId="{56F7117B-26F8-4865-93C8-FBFAC21F82FA}" type="sibTrans" cxnId="{EC362662-C8C5-4586-B822-86E7381D6BE7}">
      <dgm:prSet/>
      <dgm:spPr/>
      <dgm:t>
        <a:bodyPr/>
        <a:lstStyle/>
        <a:p>
          <a:endParaRPr lang="en-US"/>
        </a:p>
      </dgm:t>
    </dgm:pt>
    <dgm:pt modelId="{7DA35F68-A3EA-427C-9E1C-F6EA200EE991}" type="pres">
      <dgm:prSet presAssocID="{E03E8C79-2448-4927-AD34-D1EC8DFCC14D}" presName="linear" presStyleCnt="0">
        <dgm:presLayoutVars>
          <dgm:animLvl val="lvl"/>
          <dgm:resizeHandles val="exact"/>
        </dgm:presLayoutVars>
      </dgm:prSet>
      <dgm:spPr/>
    </dgm:pt>
    <dgm:pt modelId="{CBFAF154-E653-41E1-A748-CE64C161FA55}" type="pres">
      <dgm:prSet presAssocID="{0FD1FC6E-0D76-4B34-89BA-E8AE506EA743}" presName="parentText" presStyleLbl="node1" presStyleIdx="0" presStyleCnt="1">
        <dgm:presLayoutVars>
          <dgm:chMax val="0"/>
          <dgm:bulletEnabled val="1"/>
        </dgm:presLayoutVars>
      </dgm:prSet>
      <dgm:spPr/>
    </dgm:pt>
    <dgm:pt modelId="{B2785E18-017C-425F-9590-63CEBCE94449}" type="pres">
      <dgm:prSet presAssocID="{0FD1FC6E-0D76-4B34-89BA-E8AE506EA743}" presName="childText" presStyleLbl="revTx" presStyleIdx="0" presStyleCnt="1">
        <dgm:presLayoutVars>
          <dgm:bulletEnabled val="1"/>
        </dgm:presLayoutVars>
      </dgm:prSet>
      <dgm:spPr/>
    </dgm:pt>
  </dgm:ptLst>
  <dgm:cxnLst>
    <dgm:cxn modelId="{38B27F24-FD11-49DF-8FDF-2B15A85E4048}" type="presOf" srcId="{77DACD84-633A-4C42-BE88-323C860B670A}" destId="{B2785E18-017C-425F-9590-63CEBCE94449}" srcOrd="0" destOrd="7" presId="urn:microsoft.com/office/officeart/2005/8/layout/vList2"/>
    <dgm:cxn modelId="{EC362662-C8C5-4586-B822-86E7381D6BE7}" srcId="{0FD1FC6E-0D76-4B34-89BA-E8AE506EA743}" destId="{77DACD84-633A-4C42-BE88-323C860B670A}" srcOrd="7" destOrd="0" parTransId="{B56937C9-13AF-4B06-AA9D-7BC19CE5A532}" sibTransId="{56F7117B-26F8-4865-93C8-FBFAC21F82FA}"/>
    <dgm:cxn modelId="{7F89E049-0B21-46D0-9EC3-9DD40119FBE4}" type="presOf" srcId="{E03E8C79-2448-4927-AD34-D1EC8DFCC14D}" destId="{7DA35F68-A3EA-427C-9E1C-F6EA200EE991}" srcOrd="0" destOrd="0" presId="urn:microsoft.com/office/officeart/2005/8/layout/vList2"/>
    <dgm:cxn modelId="{057AC96A-9CF5-4C19-AA4D-C39D4BF1ED08}" type="presOf" srcId="{9BDED0CF-75B8-44C1-B34C-9E31574D2484}" destId="{B2785E18-017C-425F-9590-63CEBCE94449}" srcOrd="0" destOrd="2" presId="urn:microsoft.com/office/officeart/2005/8/layout/vList2"/>
    <dgm:cxn modelId="{88C41170-5170-45DE-BBA5-695A39CF82BD}" srcId="{0FD1FC6E-0D76-4B34-89BA-E8AE506EA743}" destId="{119CE2ED-3E94-433F-8905-2ABD39AE0292}" srcOrd="1" destOrd="0" parTransId="{F9AE7657-D59B-4071-AC57-F4F0B437012E}" sibTransId="{8EAE655F-5940-4667-A243-C8307AA42F4B}"/>
    <dgm:cxn modelId="{21510351-1906-4315-8E98-31B240ECAE3B}" type="presOf" srcId="{F537A8AF-85CF-4416-838A-28022C822679}" destId="{B2785E18-017C-425F-9590-63CEBCE94449}" srcOrd="0" destOrd="3" presId="urn:microsoft.com/office/officeart/2005/8/layout/vList2"/>
    <dgm:cxn modelId="{D11EFB55-6678-4048-AC6C-E17EC38CE9F0}" type="presOf" srcId="{ACFDCECA-1744-4ECD-8A06-BC9D81DFEAF8}" destId="{B2785E18-017C-425F-9590-63CEBCE94449}" srcOrd="0" destOrd="5" presId="urn:microsoft.com/office/officeart/2005/8/layout/vList2"/>
    <dgm:cxn modelId="{A3B10B7C-E157-463A-8D00-67AC4DA00568}" srcId="{0FD1FC6E-0D76-4B34-89BA-E8AE506EA743}" destId="{DD954024-2E5E-4476-BB4D-1FE16FA04ACD}" srcOrd="0" destOrd="0" parTransId="{76680D6D-DD68-45AB-BDC3-06AA0DF9FBF1}" sibTransId="{07A2828C-4AA3-4C29-99EC-8AD1520FB873}"/>
    <dgm:cxn modelId="{6826E37F-D7DF-42F5-985C-C1F5A8B4C5B4}" srcId="{0FD1FC6E-0D76-4B34-89BA-E8AE506EA743}" destId="{9BDED0CF-75B8-44C1-B34C-9E31574D2484}" srcOrd="2" destOrd="0" parTransId="{259D2829-5521-4EBD-9E54-B5A0C9CAC473}" sibTransId="{8D20BFF1-B887-4B76-94FA-E878BB6416DC}"/>
    <dgm:cxn modelId="{D8388584-AC9B-4C20-BC46-197667C0F733}" type="presOf" srcId="{DD954024-2E5E-4476-BB4D-1FE16FA04ACD}" destId="{B2785E18-017C-425F-9590-63CEBCE94449}" srcOrd="0" destOrd="0" presId="urn:microsoft.com/office/officeart/2005/8/layout/vList2"/>
    <dgm:cxn modelId="{C86F549C-9D2A-44F8-B81A-43E46139EDF5}" srcId="{E03E8C79-2448-4927-AD34-D1EC8DFCC14D}" destId="{0FD1FC6E-0D76-4B34-89BA-E8AE506EA743}" srcOrd="0" destOrd="0" parTransId="{229955DE-3E9B-46E5-A4BD-51F4643541FF}" sibTransId="{F734EB99-43BC-4490-A770-5E95ED6AEA37}"/>
    <dgm:cxn modelId="{1D94C5A4-3ABF-4909-A7A0-4BBD0F81900F}" type="presOf" srcId="{C5CC4656-1FC5-4E81-A694-52FBC5DBCAAE}" destId="{B2785E18-017C-425F-9590-63CEBCE94449}" srcOrd="0" destOrd="4" presId="urn:microsoft.com/office/officeart/2005/8/layout/vList2"/>
    <dgm:cxn modelId="{C02BA3AD-D7E1-472E-A575-28A410128ED3}" srcId="{0FD1FC6E-0D76-4B34-89BA-E8AE506EA743}" destId="{986643B0-B6EC-46DA-BEAA-3E57F3D6F052}" srcOrd="6" destOrd="0" parTransId="{684A79AA-1F80-4C3A-AAAD-DA76DD31402E}" sibTransId="{EB507F47-908E-4EF5-B36B-E8217F216AD5}"/>
    <dgm:cxn modelId="{5E515AB9-4E2B-4124-AAE6-E54F6D075D52}" type="presOf" srcId="{986643B0-B6EC-46DA-BEAA-3E57F3D6F052}" destId="{B2785E18-017C-425F-9590-63CEBCE94449}" srcOrd="0" destOrd="6" presId="urn:microsoft.com/office/officeart/2005/8/layout/vList2"/>
    <dgm:cxn modelId="{3ECA3BC5-1582-4724-8FB2-17B72DDA31B7}" srcId="{0FD1FC6E-0D76-4B34-89BA-E8AE506EA743}" destId="{ACFDCECA-1744-4ECD-8A06-BC9D81DFEAF8}" srcOrd="5" destOrd="0" parTransId="{A4734309-954F-4210-8A91-EB443B78924A}" sibTransId="{019C10D8-8F08-4E84-B56D-6178E49BED0D}"/>
    <dgm:cxn modelId="{A2FD47CD-1F1A-44D9-9240-662D213CAC26}" type="presOf" srcId="{119CE2ED-3E94-433F-8905-2ABD39AE0292}" destId="{B2785E18-017C-425F-9590-63CEBCE94449}" srcOrd="0" destOrd="1" presId="urn:microsoft.com/office/officeart/2005/8/layout/vList2"/>
    <dgm:cxn modelId="{8418CEED-C064-4949-89A3-3B0A7C616329}" type="presOf" srcId="{0FD1FC6E-0D76-4B34-89BA-E8AE506EA743}" destId="{CBFAF154-E653-41E1-A748-CE64C161FA55}" srcOrd="0" destOrd="0" presId="urn:microsoft.com/office/officeart/2005/8/layout/vList2"/>
    <dgm:cxn modelId="{4037FAF7-5E2A-4E22-A0BE-2226D2CC769E}" srcId="{0FD1FC6E-0D76-4B34-89BA-E8AE506EA743}" destId="{C5CC4656-1FC5-4E81-A694-52FBC5DBCAAE}" srcOrd="4" destOrd="0" parTransId="{65ACAF14-D43D-48E3-93C1-C5FDFE6694C2}" sibTransId="{D5B7BB5A-018A-4154-9B2C-79171C3D168A}"/>
    <dgm:cxn modelId="{9BC10BF9-0299-4C7A-BF53-8E22D2909C61}" srcId="{0FD1FC6E-0D76-4B34-89BA-E8AE506EA743}" destId="{F537A8AF-85CF-4416-838A-28022C822679}" srcOrd="3" destOrd="0" parTransId="{1423A8C9-5F40-47A5-9F51-F44B0F18DACC}" sibTransId="{478A6D06-5211-4907-9F53-E0CBB9CDB729}"/>
    <dgm:cxn modelId="{018D78F7-844B-4E6D-8FE6-5DBB0B6A3A55}" type="presParOf" srcId="{7DA35F68-A3EA-427C-9E1C-F6EA200EE991}" destId="{CBFAF154-E653-41E1-A748-CE64C161FA55}" srcOrd="0" destOrd="0" presId="urn:microsoft.com/office/officeart/2005/8/layout/vList2"/>
    <dgm:cxn modelId="{FC6977DA-AD0E-40B2-8316-CD7CA421F5C9}" type="presParOf" srcId="{7DA35F68-A3EA-427C-9E1C-F6EA200EE991}" destId="{B2785E18-017C-425F-9590-63CEBCE94449}"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03E8C79-2448-4927-AD34-D1EC8DFCC14D}" type="doc">
      <dgm:prSet loTypeId="urn:microsoft.com/office/officeart/2005/8/layout/lProcess2" loCatId="list" qsTypeId="urn:microsoft.com/office/officeart/2005/8/quickstyle/simple1" qsCatId="simple" csTypeId="urn:microsoft.com/office/officeart/2005/8/colors/colorful2" csCatId="colorful" phldr="1"/>
      <dgm:spPr/>
      <dgm:t>
        <a:bodyPr/>
        <a:lstStyle/>
        <a:p>
          <a:endParaRPr lang="en-US"/>
        </a:p>
      </dgm:t>
    </dgm:pt>
    <dgm:pt modelId="{0FD1FC6E-0D76-4B34-89BA-E8AE506EA743}">
      <dgm:prSet/>
      <dgm:spPr/>
      <dgm:t>
        <a:bodyPr/>
        <a:lstStyle/>
        <a:p>
          <a:r>
            <a:rPr lang="en-US" dirty="0"/>
            <a:t>Data collection</a:t>
          </a:r>
        </a:p>
      </dgm:t>
    </dgm:pt>
    <dgm:pt modelId="{229955DE-3E9B-46E5-A4BD-51F4643541FF}" type="parTrans" cxnId="{C86F549C-9D2A-44F8-B81A-43E46139EDF5}">
      <dgm:prSet/>
      <dgm:spPr/>
      <dgm:t>
        <a:bodyPr/>
        <a:lstStyle/>
        <a:p>
          <a:endParaRPr lang="en-US"/>
        </a:p>
      </dgm:t>
    </dgm:pt>
    <dgm:pt modelId="{F734EB99-43BC-4490-A770-5E95ED6AEA37}" type="sibTrans" cxnId="{C86F549C-9D2A-44F8-B81A-43E46139EDF5}">
      <dgm:prSet/>
      <dgm:spPr/>
      <dgm:t>
        <a:bodyPr/>
        <a:lstStyle/>
        <a:p>
          <a:endParaRPr lang="en-US"/>
        </a:p>
      </dgm:t>
    </dgm:pt>
    <dgm:pt modelId="{DD954024-2E5E-4476-BB4D-1FE16FA04ACD}">
      <dgm:prSet/>
      <dgm:spPr/>
      <dgm:t>
        <a:bodyPr/>
        <a:lstStyle/>
        <a:p>
          <a:pPr>
            <a:buNone/>
          </a:pPr>
          <a:r>
            <a:rPr lang="en-US" sz="3200" b="0" dirty="0"/>
            <a:t>We collected data from the official Yahoo Finance site using the yfinance library package in Python with standard parameters from January 1, 1989, to December 31, 2023.</a:t>
          </a:r>
        </a:p>
      </dgm:t>
    </dgm:pt>
    <dgm:pt modelId="{76680D6D-DD68-45AB-BDC3-06AA0DF9FBF1}" type="parTrans" cxnId="{A3B10B7C-E157-463A-8D00-67AC4DA00568}">
      <dgm:prSet/>
      <dgm:spPr/>
      <dgm:t>
        <a:bodyPr/>
        <a:lstStyle/>
        <a:p>
          <a:endParaRPr lang="en-US"/>
        </a:p>
      </dgm:t>
    </dgm:pt>
    <dgm:pt modelId="{07A2828C-4AA3-4C29-99EC-8AD1520FB873}" type="sibTrans" cxnId="{A3B10B7C-E157-463A-8D00-67AC4DA00568}">
      <dgm:prSet/>
      <dgm:spPr/>
      <dgm:t>
        <a:bodyPr/>
        <a:lstStyle/>
        <a:p>
          <a:endParaRPr lang="en-US"/>
        </a:p>
      </dgm:t>
    </dgm:pt>
    <dgm:pt modelId="{73A45BCB-1797-4E90-AE84-D3A225ACDECC}" type="pres">
      <dgm:prSet presAssocID="{E03E8C79-2448-4927-AD34-D1EC8DFCC14D}" presName="theList" presStyleCnt="0">
        <dgm:presLayoutVars>
          <dgm:dir/>
          <dgm:animLvl val="lvl"/>
          <dgm:resizeHandles val="exact"/>
        </dgm:presLayoutVars>
      </dgm:prSet>
      <dgm:spPr/>
    </dgm:pt>
    <dgm:pt modelId="{F9CCD0B1-DBB6-4E95-9027-A43FACC08A31}" type="pres">
      <dgm:prSet presAssocID="{0FD1FC6E-0D76-4B34-89BA-E8AE506EA743}" presName="compNode" presStyleCnt="0"/>
      <dgm:spPr/>
    </dgm:pt>
    <dgm:pt modelId="{86D85898-7DDF-4ECA-B72A-2B778C5DD50D}" type="pres">
      <dgm:prSet presAssocID="{0FD1FC6E-0D76-4B34-89BA-E8AE506EA743}" presName="aNode" presStyleLbl="bgShp" presStyleIdx="0" presStyleCnt="1" custLinFactNeighborY="-4692"/>
      <dgm:spPr/>
    </dgm:pt>
    <dgm:pt modelId="{C497C74E-EB71-4E23-8A6D-06A494107714}" type="pres">
      <dgm:prSet presAssocID="{0FD1FC6E-0D76-4B34-89BA-E8AE506EA743}" presName="textNode" presStyleLbl="bgShp" presStyleIdx="0" presStyleCnt="1"/>
      <dgm:spPr/>
    </dgm:pt>
    <dgm:pt modelId="{AA5E051E-2B71-48EC-8953-A0FAA8EA296A}" type="pres">
      <dgm:prSet presAssocID="{0FD1FC6E-0D76-4B34-89BA-E8AE506EA743}" presName="compChildNode" presStyleCnt="0"/>
      <dgm:spPr/>
    </dgm:pt>
    <dgm:pt modelId="{8F6BC407-EE26-40D7-979F-36A37A5992B9}" type="pres">
      <dgm:prSet presAssocID="{0FD1FC6E-0D76-4B34-89BA-E8AE506EA743}" presName="theInnerList" presStyleCnt="0"/>
      <dgm:spPr/>
    </dgm:pt>
    <dgm:pt modelId="{EC6A2084-679B-47DE-979E-00994A7A98B0}" type="pres">
      <dgm:prSet presAssocID="{DD954024-2E5E-4476-BB4D-1FE16FA04ACD}" presName="childNode" presStyleLbl="node1" presStyleIdx="0" presStyleCnt="1">
        <dgm:presLayoutVars>
          <dgm:bulletEnabled val="1"/>
        </dgm:presLayoutVars>
      </dgm:prSet>
      <dgm:spPr/>
    </dgm:pt>
  </dgm:ptLst>
  <dgm:cxnLst>
    <dgm:cxn modelId="{A3B10B7C-E157-463A-8D00-67AC4DA00568}" srcId="{0FD1FC6E-0D76-4B34-89BA-E8AE506EA743}" destId="{DD954024-2E5E-4476-BB4D-1FE16FA04ACD}" srcOrd="0" destOrd="0" parTransId="{76680D6D-DD68-45AB-BDC3-06AA0DF9FBF1}" sibTransId="{07A2828C-4AA3-4C29-99EC-8AD1520FB873}"/>
    <dgm:cxn modelId="{C86F549C-9D2A-44F8-B81A-43E46139EDF5}" srcId="{E03E8C79-2448-4927-AD34-D1EC8DFCC14D}" destId="{0FD1FC6E-0D76-4B34-89BA-E8AE506EA743}" srcOrd="0" destOrd="0" parTransId="{229955DE-3E9B-46E5-A4BD-51F4643541FF}" sibTransId="{F734EB99-43BC-4490-A770-5E95ED6AEA37}"/>
    <dgm:cxn modelId="{58A9679E-FBD2-411F-AA2A-2FE3735DEC8D}" type="presOf" srcId="{DD954024-2E5E-4476-BB4D-1FE16FA04ACD}" destId="{EC6A2084-679B-47DE-979E-00994A7A98B0}" srcOrd="0" destOrd="0" presId="urn:microsoft.com/office/officeart/2005/8/layout/lProcess2"/>
    <dgm:cxn modelId="{C87834A8-5378-4569-88B6-2FD9939F4D72}" type="presOf" srcId="{0FD1FC6E-0D76-4B34-89BA-E8AE506EA743}" destId="{C497C74E-EB71-4E23-8A6D-06A494107714}" srcOrd="1" destOrd="0" presId="urn:microsoft.com/office/officeart/2005/8/layout/lProcess2"/>
    <dgm:cxn modelId="{D193B8B2-886E-423E-9E59-0120D6CA4F6C}" type="presOf" srcId="{E03E8C79-2448-4927-AD34-D1EC8DFCC14D}" destId="{73A45BCB-1797-4E90-AE84-D3A225ACDECC}" srcOrd="0" destOrd="0" presId="urn:microsoft.com/office/officeart/2005/8/layout/lProcess2"/>
    <dgm:cxn modelId="{6E6E01FF-AF04-4404-8D32-1CF223A87197}" type="presOf" srcId="{0FD1FC6E-0D76-4B34-89BA-E8AE506EA743}" destId="{86D85898-7DDF-4ECA-B72A-2B778C5DD50D}" srcOrd="0" destOrd="0" presId="urn:microsoft.com/office/officeart/2005/8/layout/lProcess2"/>
    <dgm:cxn modelId="{665C57C3-15BF-4B67-A413-0074DA895EDC}" type="presParOf" srcId="{73A45BCB-1797-4E90-AE84-D3A225ACDECC}" destId="{F9CCD0B1-DBB6-4E95-9027-A43FACC08A31}" srcOrd="0" destOrd="0" presId="urn:microsoft.com/office/officeart/2005/8/layout/lProcess2"/>
    <dgm:cxn modelId="{60C6ADBB-9326-4475-902F-828E8A3BD2E2}" type="presParOf" srcId="{F9CCD0B1-DBB6-4E95-9027-A43FACC08A31}" destId="{86D85898-7DDF-4ECA-B72A-2B778C5DD50D}" srcOrd="0" destOrd="0" presId="urn:microsoft.com/office/officeart/2005/8/layout/lProcess2"/>
    <dgm:cxn modelId="{4CF0FD34-2EC4-4766-B65C-80F9A3188F83}" type="presParOf" srcId="{F9CCD0B1-DBB6-4E95-9027-A43FACC08A31}" destId="{C497C74E-EB71-4E23-8A6D-06A494107714}" srcOrd="1" destOrd="0" presId="urn:microsoft.com/office/officeart/2005/8/layout/lProcess2"/>
    <dgm:cxn modelId="{8505A3D9-ADF7-486D-8E78-25DBEEAFD7CC}" type="presParOf" srcId="{F9CCD0B1-DBB6-4E95-9027-A43FACC08A31}" destId="{AA5E051E-2B71-48EC-8953-A0FAA8EA296A}" srcOrd="2" destOrd="0" presId="urn:microsoft.com/office/officeart/2005/8/layout/lProcess2"/>
    <dgm:cxn modelId="{FBD93F0B-2E3F-4646-B69A-82FB2FF2C062}" type="presParOf" srcId="{AA5E051E-2B71-48EC-8953-A0FAA8EA296A}" destId="{8F6BC407-EE26-40D7-979F-36A37A5992B9}" srcOrd="0" destOrd="0" presId="urn:microsoft.com/office/officeart/2005/8/layout/lProcess2"/>
    <dgm:cxn modelId="{0A7B9C9C-E47B-46B4-8724-F978C53A17A5}" type="presParOf" srcId="{8F6BC407-EE26-40D7-979F-36A37A5992B9}" destId="{EC6A2084-679B-47DE-979E-00994A7A98B0}"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DFB1924-5707-4CFD-9137-2F4830A605E7}" type="doc">
      <dgm:prSet loTypeId="urn:microsoft.com/office/officeart/2005/8/layout/hProcess9" loCatId="process" qsTypeId="urn:microsoft.com/office/officeart/2005/8/quickstyle/3d3" qsCatId="3D" csTypeId="urn:microsoft.com/office/officeart/2005/8/colors/accent2_4" csCatId="accent2" phldr="1"/>
      <dgm:spPr/>
      <dgm:t>
        <a:bodyPr/>
        <a:lstStyle/>
        <a:p>
          <a:endParaRPr lang="en-US"/>
        </a:p>
      </dgm:t>
    </dgm:pt>
    <dgm:pt modelId="{FF63BB88-893C-46F0-8B5C-2C7746169B65}">
      <dgm:prSet/>
      <dgm:spPr/>
      <dgm:t>
        <a:bodyPr/>
        <a:lstStyle/>
        <a:p>
          <a:r>
            <a:rPr lang="en-US" b="1" i="0" u="none" dirty="0"/>
            <a:t>Building the LSTM model</a:t>
          </a:r>
        </a:p>
      </dgm:t>
    </dgm:pt>
    <dgm:pt modelId="{0EEF21DB-6835-4B5B-990A-E3BC97481471}" type="parTrans" cxnId="{82BE8B2B-56C5-4207-AED5-7EEF84BAB79C}">
      <dgm:prSet/>
      <dgm:spPr/>
      <dgm:t>
        <a:bodyPr/>
        <a:lstStyle/>
        <a:p>
          <a:endParaRPr lang="en-US"/>
        </a:p>
      </dgm:t>
    </dgm:pt>
    <dgm:pt modelId="{A024E6E7-3F73-4758-868D-5E4FCBDA23B1}" type="sibTrans" cxnId="{82BE8B2B-56C5-4207-AED5-7EEF84BAB79C}">
      <dgm:prSet/>
      <dgm:spPr/>
      <dgm:t>
        <a:bodyPr/>
        <a:lstStyle/>
        <a:p>
          <a:endParaRPr lang="en-US"/>
        </a:p>
      </dgm:t>
    </dgm:pt>
    <dgm:pt modelId="{862188A0-6396-4460-A54D-A3246D1B9E7E}">
      <dgm:prSet/>
      <dgm:spPr/>
      <dgm:t>
        <a:bodyPr/>
        <a:lstStyle/>
        <a:p>
          <a:r>
            <a:rPr lang="en-US" b="1" dirty="0"/>
            <a:t>Feeding the training data to LSTM model</a:t>
          </a:r>
          <a:endParaRPr lang="en-US" dirty="0"/>
        </a:p>
      </dgm:t>
    </dgm:pt>
    <dgm:pt modelId="{CF8FA322-ABD6-4486-98E0-59C5BE59EDE5}" type="parTrans" cxnId="{99C13347-596E-447C-AB26-7F92051416C8}">
      <dgm:prSet/>
      <dgm:spPr/>
      <dgm:t>
        <a:bodyPr/>
        <a:lstStyle/>
        <a:p>
          <a:endParaRPr lang="en-US"/>
        </a:p>
      </dgm:t>
    </dgm:pt>
    <dgm:pt modelId="{636B6E6E-DAEC-417E-977B-24B111EEBC48}" type="sibTrans" cxnId="{99C13347-596E-447C-AB26-7F92051416C8}">
      <dgm:prSet/>
      <dgm:spPr/>
      <dgm:t>
        <a:bodyPr/>
        <a:lstStyle/>
        <a:p>
          <a:endParaRPr lang="en-US"/>
        </a:p>
      </dgm:t>
    </dgm:pt>
    <dgm:pt modelId="{4515E463-06D8-44E9-9FEE-C3C4E6AF7C16}">
      <dgm:prSet/>
      <dgm:spPr>
        <a:solidFill>
          <a:schemeClr val="accent2">
            <a:lumMod val="75000"/>
          </a:schemeClr>
        </a:solidFill>
      </dgm:spPr>
      <dgm:t>
        <a:bodyPr/>
        <a:lstStyle/>
        <a:p>
          <a:r>
            <a:rPr lang="en-US" b="1" i="0" u="none" dirty="0"/>
            <a:t>Predicting the test dataset</a:t>
          </a:r>
        </a:p>
      </dgm:t>
    </dgm:pt>
    <dgm:pt modelId="{927EF8DF-F391-4E6D-B59A-07AC84291C8F}" type="parTrans" cxnId="{6721F926-376F-4D88-BF7B-872FF043A868}">
      <dgm:prSet/>
      <dgm:spPr/>
      <dgm:t>
        <a:bodyPr/>
        <a:lstStyle/>
        <a:p>
          <a:endParaRPr lang="en-US"/>
        </a:p>
      </dgm:t>
    </dgm:pt>
    <dgm:pt modelId="{744525AB-39F8-4B03-BBDC-7B3AF8BAB440}" type="sibTrans" cxnId="{6721F926-376F-4D88-BF7B-872FF043A868}">
      <dgm:prSet/>
      <dgm:spPr/>
      <dgm:t>
        <a:bodyPr/>
        <a:lstStyle/>
        <a:p>
          <a:endParaRPr lang="en-US"/>
        </a:p>
      </dgm:t>
    </dgm:pt>
    <dgm:pt modelId="{DDBA598D-C898-4669-AB00-D58EAA71D0BB}">
      <dgm:prSet/>
      <dgm:spPr/>
      <dgm:t>
        <a:bodyPr/>
        <a:lstStyle/>
        <a:p>
          <a:r>
            <a:rPr lang="en-US" b="1" dirty="0"/>
            <a:t>Comparing the prediction with test dataset</a:t>
          </a:r>
          <a:endParaRPr lang="en-US" dirty="0"/>
        </a:p>
      </dgm:t>
    </dgm:pt>
    <dgm:pt modelId="{1FF9ADA5-B7FF-4F8F-8E94-90EA5B9052AE}" type="parTrans" cxnId="{B21E3AE9-EE45-4162-A9E9-7AE570A77BFF}">
      <dgm:prSet/>
      <dgm:spPr/>
      <dgm:t>
        <a:bodyPr/>
        <a:lstStyle/>
        <a:p>
          <a:endParaRPr lang="en-US"/>
        </a:p>
      </dgm:t>
    </dgm:pt>
    <dgm:pt modelId="{4D516E2D-9BF1-406E-88C2-36FFC0E7FB50}" type="sibTrans" cxnId="{B21E3AE9-EE45-4162-A9E9-7AE570A77BFF}">
      <dgm:prSet/>
      <dgm:spPr/>
      <dgm:t>
        <a:bodyPr/>
        <a:lstStyle/>
        <a:p>
          <a:endParaRPr lang="en-US"/>
        </a:p>
      </dgm:t>
    </dgm:pt>
    <dgm:pt modelId="{42A5DD3A-D6F0-4543-A856-E9285B833231}" type="pres">
      <dgm:prSet presAssocID="{ADFB1924-5707-4CFD-9137-2F4830A605E7}" presName="CompostProcess" presStyleCnt="0">
        <dgm:presLayoutVars>
          <dgm:dir/>
          <dgm:resizeHandles val="exact"/>
        </dgm:presLayoutVars>
      </dgm:prSet>
      <dgm:spPr/>
    </dgm:pt>
    <dgm:pt modelId="{A179CD16-7DBA-4BFB-BEA0-B6F5BC80A8FB}" type="pres">
      <dgm:prSet presAssocID="{ADFB1924-5707-4CFD-9137-2F4830A605E7}" presName="arrow" presStyleLbl="bgShp" presStyleIdx="0" presStyleCnt="1"/>
      <dgm:spPr/>
    </dgm:pt>
    <dgm:pt modelId="{1233CA3E-5890-43B7-8060-F6C823724033}" type="pres">
      <dgm:prSet presAssocID="{ADFB1924-5707-4CFD-9137-2F4830A605E7}" presName="linearProcess" presStyleCnt="0"/>
      <dgm:spPr/>
    </dgm:pt>
    <dgm:pt modelId="{C7F0841E-B79C-4293-B563-7F6AA35C96C2}" type="pres">
      <dgm:prSet presAssocID="{FF63BB88-893C-46F0-8B5C-2C7746169B65}" presName="textNode" presStyleLbl="node1" presStyleIdx="0" presStyleCnt="4">
        <dgm:presLayoutVars>
          <dgm:bulletEnabled val="1"/>
        </dgm:presLayoutVars>
      </dgm:prSet>
      <dgm:spPr/>
    </dgm:pt>
    <dgm:pt modelId="{FC7D3ED5-B475-42E4-A53E-CEC0E11F38B9}" type="pres">
      <dgm:prSet presAssocID="{A024E6E7-3F73-4758-868D-5E4FCBDA23B1}" presName="sibTrans" presStyleCnt="0"/>
      <dgm:spPr/>
    </dgm:pt>
    <dgm:pt modelId="{B8F59ABC-D84D-4729-9DA1-7CD93FC43889}" type="pres">
      <dgm:prSet presAssocID="{862188A0-6396-4460-A54D-A3246D1B9E7E}" presName="textNode" presStyleLbl="node1" presStyleIdx="1" presStyleCnt="4">
        <dgm:presLayoutVars>
          <dgm:bulletEnabled val="1"/>
        </dgm:presLayoutVars>
      </dgm:prSet>
      <dgm:spPr/>
    </dgm:pt>
    <dgm:pt modelId="{26BB0CB5-ED15-4565-8C1A-04EBC637434F}" type="pres">
      <dgm:prSet presAssocID="{636B6E6E-DAEC-417E-977B-24B111EEBC48}" presName="sibTrans" presStyleCnt="0"/>
      <dgm:spPr/>
    </dgm:pt>
    <dgm:pt modelId="{1691E6CE-189A-4746-856B-65DF3FE17EFA}" type="pres">
      <dgm:prSet presAssocID="{4515E463-06D8-44E9-9FEE-C3C4E6AF7C16}" presName="textNode" presStyleLbl="node1" presStyleIdx="2" presStyleCnt="4">
        <dgm:presLayoutVars>
          <dgm:bulletEnabled val="1"/>
        </dgm:presLayoutVars>
      </dgm:prSet>
      <dgm:spPr/>
    </dgm:pt>
    <dgm:pt modelId="{1F14CD3F-3292-4CFB-BE13-DEB4F546FD7C}" type="pres">
      <dgm:prSet presAssocID="{744525AB-39F8-4B03-BBDC-7B3AF8BAB440}" presName="sibTrans" presStyleCnt="0"/>
      <dgm:spPr/>
    </dgm:pt>
    <dgm:pt modelId="{4CACBC29-6A09-400D-8030-2FE668356F21}" type="pres">
      <dgm:prSet presAssocID="{DDBA598D-C898-4669-AB00-D58EAA71D0BB}" presName="textNode" presStyleLbl="node1" presStyleIdx="3" presStyleCnt="4">
        <dgm:presLayoutVars>
          <dgm:bulletEnabled val="1"/>
        </dgm:presLayoutVars>
      </dgm:prSet>
      <dgm:spPr/>
    </dgm:pt>
  </dgm:ptLst>
  <dgm:cxnLst>
    <dgm:cxn modelId="{C0E38E11-3417-442C-8ADA-2E9B44DD1254}" type="presOf" srcId="{DDBA598D-C898-4669-AB00-D58EAA71D0BB}" destId="{4CACBC29-6A09-400D-8030-2FE668356F21}" srcOrd="0" destOrd="0" presId="urn:microsoft.com/office/officeart/2005/8/layout/hProcess9"/>
    <dgm:cxn modelId="{5BE22A22-AB83-4B1A-98F9-4565440DA0F1}" type="presOf" srcId="{4515E463-06D8-44E9-9FEE-C3C4E6AF7C16}" destId="{1691E6CE-189A-4746-856B-65DF3FE17EFA}" srcOrd="0" destOrd="0" presId="urn:microsoft.com/office/officeart/2005/8/layout/hProcess9"/>
    <dgm:cxn modelId="{6721F926-376F-4D88-BF7B-872FF043A868}" srcId="{ADFB1924-5707-4CFD-9137-2F4830A605E7}" destId="{4515E463-06D8-44E9-9FEE-C3C4E6AF7C16}" srcOrd="2" destOrd="0" parTransId="{927EF8DF-F391-4E6D-B59A-07AC84291C8F}" sibTransId="{744525AB-39F8-4B03-BBDC-7B3AF8BAB440}"/>
    <dgm:cxn modelId="{C039F329-21A7-456C-979F-8A35E259065D}" type="presOf" srcId="{862188A0-6396-4460-A54D-A3246D1B9E7E}" destId="{B8F59ABC-D84D-4729-9DA1-7CD93FC43889}" srcOrd="0" destOrd="0" presId="urn:microsoft.com/office/officeart/2005/8/layout/hProcess9"/>
    <dgm:cxn modelId="{82BE8B2B-56C5-4207-AED5-7EEF84BAB79C}" srcId="{ADFB1924-5707-4CFD-9137-2F4830A605E7}" destId="{FF63BB88-893C-46F0-8B5C-2C7746169B65}" srcOrd="0" destOrd="0" parTransId="{0EEF21DB-6835-4B5B-990A-E3BC97481471}" sibTransId="{A024E6E7-3F73-4758-868D-5E4FCBDA23B1}"/>
    <dgm:cxn modelId="{99C13347-596E-447C-AB26-7F92051416C8}" srcId="{ADFB1924-5707-4CFD-9137-2F4830A605E7}" destId="{862188A0-6396-4460-A54D-A3246D1B9E7E}" srcOrd="1" destOrd="0" parTransId="{CF8FA322-ABD6-4486-98E0-59C5BE59EDE5}" sibTransId="{636B6E6E-DAEC-417E-977B-24B111EEBC48}"/>
    <dgm:cxn modelId="{3813486E-C9CD-435B-85B8-45BBAEB6F8C5}" type="presOf" srcId="{FF63BB88-893C-46F0-8B5C-2C7746169B65}" destId="{C7F0841E-B79C-4293-B563-7F6AA35C96C2}" srcOrd="0" destOrd="0" presId="urn:microsoft.com/office/officeart/2005/8/layout/hProcess9"/>
    <dgm:cxn modelId="{C8A9EEA9-C56F-40F5-8EB3-BFF0413FA938}" type="presOf" srcId="{ADFB1924-5707-4CFD-9137-2F4830A605E7}" destId="{42A5DD3A-D6F0-4543-A856-E9285B833231}" srcOrd="0" destOrd="0" presId="urn:microsoft.com/office/officeart/2005/8/layout/hProcess9"/>
    <dgm:cxn modelId="{B21E3AE9-EE45-4162-A9E9-7AE570A77BFF}" srcId="{ADFB1924-5707-4CFD-9137-2F4830A605E7}" destId="{DDBA598D-C898-4669-AB00-D58EAA71D0BB}" srcOrd="3" destOrd="0" parTransId="{1FF9ADA5-B7FF-4F8F-8E94-90EA5B9052AE}" sibTransId="{4D516E2D-9BF1-406E-88C2-36FFC0E7FB50}"/>
    <dgm:cxn modelId="{1690C945-4AE4-4FB4-9F78-E2BD70A25FDE}" type="presParOf" srcId="{42A5DD3A-D6F0-4543-A856-E9285B833231}" destId="{A179CD16-7DBA-4BFB-BEA0-B6F5BC80A8FB}" srcOrd="0" destOrd="0" presId="urn:microsoft.com/office/officeart/2005/8/layout/hProcess9"/>
    <dgm:cxn modelId="{E8F9DB73-4229-43CE-9D53-3812B82D143B}" type="presParOf" srcId="{42A5DD3A-D6F0-4543-A856-E9285B833231}" destId="{1233CA3E-5890-43B7-8060-F6C823724033}" srcOrd="1" destOrd="0" presId="urn:microsoft.com/office/officeart/2005/8/layout/hProcess9"/>
    <dgm:cxn modelId="{F186663C-19A0-461E-AAB1-03FCCB851045}" type="presParOf" srcId="{1233CA3E-5890-43B7-8060-F6C823724033}" destId="{C7F0841E-B79C-4293-B563-7F6AA35C96C2}" srcOrd="0" destOrd="0" presId="urn:microsoft.com/office/officeart/2005/8/layout/hProcess9"/>
    <dgm:cxn modelId="{ABD7B88B-CE5F-407B-8EFD-A85AE332CB3B}" type="presParOf" srcId="{1233CA3E-5890-43B7-8060-F6C823724033}" destId="{FC7D3ED5-B475-42E4-A53E-CEC0E11F38B9}" srcOrd="1" destOrd="0" presId="urn:microsoft.com/office/officeart/2005/8/layout/hProcess9"/>
    <dgm:cxn modelId="{DD64BF9B-FD05-4406-9327-BFB9BACCB759}" type="presParOf" srcId="{1233CA3E-5890-43B7-8060-F6C823724033}" destId="{B8F59ABC-D84D-4729-9DA1-7CD93FC43889}" srcOrd="2" destOrd="0" presId="urn:microsoft.com/office/officeart/2005/8/layout/hProcess9"/>
    <dgm:cxn modelId="{85CD4A02-6098-47FF-9AEC-963B8626768D}" type="presParOf" srcId="{1233CA3E-5890-43B7-8060-F6C823724033}" destId="{26BB0CB5-ED15-4565-8C1A-04EBC637434F}" srcOrd="3" destOrd="0" presId="urn:microsoft.com/office/officeart/2005/8/layout/hProcess9"/>
    <dgm:cxn modelId="{68868495-E714-4325-A950-707B737A950F}" type="presParOf" srcId="{1233CA3E-5890-43B7-8060-F6C823724033}" destId="{1691E6CE-189A-4746-856B-65DF3FE17EFA}" srcOrd="4" destOrd="0" presId="urn:microsoft.com/office/officeart/2005/8/layout/hProcess9"/>
    <dgm:cxn modelId="{6B2F2AAD-F192-4E2F-BC82-E8EF6720E24D}" type="presParOf" srcId="{1233CA3E-5890-43B7-8060-F6C823724033}" destId="{1F14CD3F-3292-4CFB-BE13-DEB4F546FD7C}" srcOrd="5" destOrd="0" presId="urn:microsoft.com/office/officeart/2005/8/layout/hProcess9"/>
    <dgm:cxn modelId="{A8D59F8A-D5D6-46C4-A7DB-CE70DC458853}" type="presParOf" srcId="{1233CA3E-5890-43B7-8060-F6C823724033}" destId="{4CACBC29-6A09-400D-8030-2FE668356F21}"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5EC50B8-7BF3-4888-A53A-8BBE574C7FFD}" type="doc">
      <dgm:prSet loTypeId="urn:microsoft.com/office/officeart/2005/8/layout/hList6" loCatId="list" qsTypeId="urn:microsoft.com/office/officeart/2005/8/quickstyle/simple1" qsCatId="simple" csTypeId="urn:microsoft.com/office/officeart/2005/8/colors/colorful2" csCatId="colorful"/>
      <dgm:spPr/>
      <dgm:t>
        <a:bodyPr/>
        <a:lstStyle/>
        <a:p>
          <a:endParaRPr lang="en-US"/>
        </a:p>
      </dgm:t>
    </dgm:pt>
    <dgm:pt modelId="{59E866AE-593C-4C4D-9719-255155917A5E}">
      <dgm:prSet/>
      <dgm:spPr/>
      <dgm:t>
        <a:bodyPr/>
        <a:lstStyle/>
        <a:p>
          <a:r>
            <a:rPr lang="en-US" b="1" i="1" u="sng" dirty="0"/>
            <a:t>Building the LSTM model and predicting the test dataset</a:t>
          </a:r>
          <a:endParaRPr lang="en-US" dirty="0"/>
        </a:p>
      </dgm:t>
    </dgm:pt>
    <dgm:pt modelId="{E53BBEC3-6C5D-47F5-A2B7-9E85ED559C3D}" type="parTrans" cxnId="{53FC7B20-CB70-4C19-93E0-6D6228F27E57}">
      <dgm:prSet/>
      <dgm:spPr/>
      <dgm:t>
        <a:bodyPr/>
        <a:lstStyle/>
        <a:p>
          <a:endParaRPr lang="en-US"/>
        </a:p>
      </dgm:t>
    </dgm:pt>
    <dgm:pt modelId="{244119F7-63C9-4A05-8CB6-9709240D7D7A}" type="sibTrans" cxnId="{53FC7B20-CB70-4C19-93E0-6D6228F27E57}">
      <dgm:prSet/>
      <dgm:spPr/>
      <dgm:t>
        <a:bodyPr/>
        <a:lstStyle/>
        <a:p>
          <a:endParaRPr lang="en-US"/>
        </a:p>
      </dgm:t>
    </dgm:pt>
    <dgm:pt modelId="{71CD619F-CB19-4A5D-960A-F24F96ED6F55}" type="pres">
      <dgm:prSet presAssocID="{F5EC50B8-7BF3-4888-A53A-8BBE574C7FFD}" presName="Name0" presStyleCnt="0">
        <dgm:presLayoutVars>
          <dgm:dir/>
          <dgm:resizeHandles val="exact"/>
        </dgm:presLayoutVars>
      </dgm:prSet>
      <dgm:spPr/>
    </dgm:pt>
    <dgm:pt modelId="{511B0FE7-09F9-480F-910E-8A6E47FB51D9}" type="pres">
      <dgm:prSet presAssocID="{59E866AE-593C-4C4D-9719-255155917A5E}" presName="node" presStyleLbl="node1" presStyleIdx="0" presStyleCnt="1" custLinFactNeighborX="0" custLinFactNeighborY="8970">
        <dgm:presLayoutVars>
          <dgm:bulletEnabled val="1"/>
        </dgm:presLayoutVars>
      </dgm:prSet>
      <dgm:spPr/>
    </dgm:pt>
  </dgm:ptLst>
  <dgm:cxnLst>
    <dgm:cxn modelId="{53FC7B20-CB70-4C19-93E0-6D6228F27E57}" srcId="{F5EC50B8-7BF3-4888-A53A-8BBE574C7FFD}" destId="{59E866AE-593C-4C4D-9719-255155917A5E}" srcOrd="0" destOrd="0" parTransId="{E53BBEC3-6C5D-47F5-A2B7-9E85ED559C3D}" sibTransId="{244119F7-63C9-4A05-8CB6-9709240D7D7A}"/>
    <dgm:cxn modelId="{FB47BEA6-C1A1-437F-96B2-4947C3829C85}" type="presOf" srcId="{F5EC50B8-7BF3-4888-A53A-8BBE574C7FFD}" destId="{71CD619F-CB19-4A5D-960A-F24F96ED6F55}" srcOrd="0" destOrd="0" presId="urn:microsoft.com/office/officeart/2005/8/layout/hList6"/>
    <dgm:cxn modelId="{4084D7D3-E4DA-4BB1-B8B6-D8306190D6B1}" type="presOf" srcId="{59E866AE-593C-4C4D-9719-255155917A5E}" destId="{511B0FE7-09F9-480F-910E-8A6E47FB51D9}" srcOrd="0" destOrd="0" presId="urn:microsoft.com/office/officeart/2005/8/layout/hList6"/>
    <dgm:cxn modelId="{485124B4-6346-45CF-8EC5-3478475C41C5}" type="presParOf" srcId="{71CD619F-CB19-4A5D-960A-F24F96ED6F55}" destId="{511B0FE7-09F9-480F-910E-8A6E47FB51D9}" srcOrd="0" destOrd="0" presId="urn:microsoft.com/office/officeart/2005/8/layout/hList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7719F8A-50D8-4802-81F5-734101DBF9A3}" type="doc">
      <dgm:prSet loTypeId="urn:microsoft.com/office/officeart/2011/layout/ThemePictureGrid" loCatId="picture" qsTypeId="urn:microsoft.com/office/officeart/2005/8/quickstyle/simple1" qsCatId="simple" csTypeId="urn:microsoft.com/office/officeart/2005/8/colors/accent1_2" csCatId="accent1" phldr="1"/>
      <dgm:spPr/>
      <dgm:t>
        <a:bodyPr/>
        <a:lstStyle/>
        <a:p>
          <a:endParaRPr lang="en-US"/>
        </a:p>
      </dgm:t>
    </dgm:pt>
    <dgm:pt modelId="{8FC6E3BB-BE93-449C-A69D-C1E45C1631EC}">
      <dgm:prSet/>
      <dgm:spPr/>
      <dgm:t>
        <a:bodyPr/>
        <a:lstStyle/>
        <a:p>
          <a:r>
            <a:rPr lang="en-US" b="1" i="1" u="sng" dirty="0"/>
            <a:t>Results of original closing data vs predicted closing data</a:t>
          </a:r>
          <a:endParaRPr lang="en-US" dirty="0"/>
        </a:p>
      </dgm:t>
    </dgm:pt>
    <dgm:pt modelId="{AA48DD29-1E60-4FC3-AE36-0F805EB0B096}" type="parTrans" cxnId="{D312B8A4-BB0A-4E7E-808A-A4904C7CA844}">
      <dgm:prSet/>
      <dgm:spPr/>
      <dgm:t>
        <a:bodyPr/>
        <a:lstStyle/>
        <a:p>
          <a:endParaRPr lang="en-US"/>
        </a:p>
      </dgm:t>
    </dgm:pt>
    <dgm:pt modelId="{D739C73D-884D-4111-87F1-CAA179AA5990}" type="sibTrans" cxnId="{D312B8A4-BB0A-4E7E-808A-A4904C7CA844}">
      <dgm:prSet/>
      <dgm:spPr/>
      <dgm:t>
        <a:bodyPr/>
        <a:lstStyle/>
        <a:p>
          <a:endParaRPr lang="en-US"/>
        </a:p>
      </dgm:t>
    </dgm:pt>
    <dgm:pt modelId="{19DE8224-2D0A-4937-85F4-0A349F233339}" type="pres">
      <dgm:prSet presAssocID="{E7719F8A-50D8-4802-81F5-734101DBF9A3}" presName="Name0" presStyleCnt="0">
        <dgm:presLayoutVars>
          <dgm:chMax val="5"/>
          <dgm:chPref val="5"/>
          <dgm:dir/>
        </dgm:presLayoutVars>
      </dgm:prSet>
      <dgm:spPr/>
    </dgm:pt>
    <dgm:pt modelId="{3002E4FC-1A25-478B-8AB8-3DFEFC61300D}" type="pres">
      <dgm:prSet presAssocID="{8FC6E3BB-BE93-449C-A69D-C1E45C1631EC}" presName="picture1" presStyleCnt="0"/>
      <dgm:spPr/>
    </dgm:pt>
    <dgm:pt modelId="{1F52A3F2-50BA-4D5C-A996-4F16B43B4A8C}" type="pres">
      <dgm:prSet presAssocID="{8FC6E3BB-BE93-449C-A69D-C1E45C1631EC}" presName="picture" presStyleLbl="bgImgPlace1" presStyleIdx="0" presStyleCnt="1" custScaleY="81003" custLinFactNeighborX="3672" custLinFactNeighborY="4128"/>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54F23F67-6AFB-4493-AB71-7D382D53E0D3}" type="pres">
      <dgm:prSet presAssocID="{8FC6E3BB-BE93-449C-A69D-C1E45C1631EC}" presName="accent1" presStyleLbl="parChTrans1D1" presStyleIdx="0" presStyleCnt="1" custScaleX="122228" custScaleY="99116" custLinFactNeighborX="521" custLinFactNeighborY="4187"/>
      <dgm:spPr/>
    </dgm:pt>
    <dgm:pt modelId="{8300C099-99F1-4DAF-8994-C52C73A63C7D}" type="pres">
      <dgm:prSet presAssocID="{8FC6E3BB-BE93-449C-A69D-C1E45C1631EC}" presName="parent1" presStyleLbl="revTx" presStyleIdx="0" presStyleCnt="1" custScaleY="68101" custLinFactNeighborX="3869" custLinFactNeighborY="63353">
        <dgm:presLayoutVars>
          <dgm:chMax val="0"/>
          <dgm:chPref val="0"/>
          <dgm:bulletEnabled val="1"/>
        </dgm:presLayoutVars>
      </dgm:prSet>
      <dgm:spPr/>
    </dgm:pt>
  </dgm:ptLst>
  <dgm:cxnLst>
    <dgm:cxn modelId="{F5728288-D67B-42E8-93BD-D4C784DC9462}" type="presOf" srcId="{8FC6E3BB-BE93-449C-A69D-C1E45C1631EC}" destId="{8300C099-99F1-4DAF-8994-C52C73A63C7D}" srcOrd="0" destOrd="0" presId="urn:microsoft.com/office/officeart/2011/layout/ThemePictureGrid"/>
    <dgm:cxn modelId="{CDB9829D-9217-4EA3-B8C3-32E8BC028E64}" type="presOf" srcId="{E7719F8A-50D8-4802-81F5-734101DBF9A3}" destId="{19DE8224-2D0A-4937-85F4-0A349F233339}" srcOrd="0" destOrd="0" presId="urn:microsoft.com/office/officeart/2011/layout/ThemePictureGrid"/>
    <dgm:cxn modelId="{D312B8A4-BB0A-4E7E-808A-A4904C7CA844}" srcId="{E7719F8A-50D8-4802-81F5-734101DBF9A3}" destId="{8FC6E3BB-BE93-449C-A69D-C1E45C1631EC}" srcOrd="0" destOrd="0" parTransId="{AA48DD29-1E60-4FC3-AE36-0F805EB0B096}" sibTransId="{D739C73D-884D-4111-87F1-CAA179AA5990}"/>
    <dgm:cxn modelId="{3D376CAB-C1CF-4418-A852-4563E4983176}" type="presParOf" srcId="{19DE8224-2D0A-4937-85F4-0A349F233339}" destId="{3002E4FC-1A25-478B-8AB8-3DFEFC61300D}" srcOrd="0" destOrd="0" presId="urn:microsoft.com/office/officeart/2011/layout/ThemePictureGrid"/>
    <dgm:cxn modelId="{DCD1E6EC-8BC7-456D-95E3-FD7C18ED3CD0}" type="presParOf" srcId="{3002E4FC-1A25-478B-8AB8-3DFEFC61300D}" destId="{1F52A3F2-50BA-4D5C-A996-4F16B43B4A8C}" srcOrd="0" destOrd="0" presId="urn:microsoft.com/office/officeart/2011/layout/ThemePictureGrid"/>
    <dgm:cxn modelId="{C6BF6B03-7DC3-463F-B9C3-D04DF5C0BE83}" type="presParOf" srcId="{19DE8224-2D0A-4937-85F4-0A349F233339}" destId="{54F23F67-6AFB-4493-AB71-7D382D53E0D3}" srcOrd="1" destOrd="0" presId="urn:microsoft.com/office/officeart/2011/layout/ThemePictureGrid"/>
    <dgm:cxn modelId="{54C0DEE1-92D2-467D-9904-5543983CD9B8}" type="presParOf" srcId="{19DE8224-2D0A-4937-85F4-0A349F233339}" destId="{8300C099-99F1-4DAF-8994-C52C73A63C7D}" srcOrd="2" destOrd="0" presId="urn:microsoft.com/office/officeart/2011/layout/ThemePictureGri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0EF1719-800D-44AB-AD6E-90A8D01885C4}" type="doc">
      <dgm:prSet loTypeId="urn:microsoft.com/office/officeart/2005/8/layout/hProcess10" loCatId="picture" qsTypeId="urn:microsoft.com/office/officeart/2005/8/quickstyle/simple1" qsCatId="simple" csTypeId="urn:microsoft.com/office/officeart/2005/8/colors/accent1_5" csCatId="accent1" phldr="1"/>
      <dgm:spPr/>
      <dgm:t>
        <a:bodyPr/>
        <a:lstStyle/>
        <a:p>
          <a:endParaRPr lang="en-US"/>
        </a:p>
      </dgm:t>
    </dgm:pt>
    <dgm:pt modelId="{DE449442-9BCD-4DDD-BC8C-14824C71F891}">
      <dgm:prSet/>
      <dgm:spPr/>
      <dgm:t>
        <a:bodyPr/>
        <a:lstStyle/>
        <a:p>
          <a:r>
            <a:rPr lang="en-US" b="1" dirty="0"/>
            <a:t>From the previous prediction, we can forecast the stock price of the moving average of 200 days with acceptable accuracy. Therefore, this prediction can be very useful for long-term investments.</a:t>
          </a:r>
          <a:endParaRPr lang="en-US" dirty="0"/>
        </a:p>
      </dgm:t>
    </dgm:pt>
    <dgm:pt modelId="{1082B9BD-91B6-4F3B-AFE1-4522B4F4BB44}" type="parTrans" cxnId="{5259E8CD-5ECD-46FA-BA67-0155C19048B3}">
      <dgm:prSet/>
      <dgm:spPr/>
      <dgm:t>
        <a:bodyPr/>
        <a:lstStyle/>
        <a:p>
          <a:endParaRPr lang="en-US"/>
        </a:p>
      </dgm:t>
    </dgm:pt>
    <dgm:pt modelId="{4E943232-3510-4DE5-80A0-C56DB458E959}" type="sibTrans" cxnId="{5259E8CD-5ECD-46FA-BA67-0155C19048B3}">
      <dgm:prSet/>
      <dgm:spPr/>
      <dgm:t>
        <a:bodyPr/>
        <a:lstStyle/>
        <a:p>
          <a:endParaRPr lang="en-US"/>
        </a:p>
      </dgm:t>
    </dgm:pt>
    <dgm:pt modelId="{C222D702-9A8B-4990-87F1-D33ECD371850}" type="pres">
      <dgm:prSet presAssocID="{10EF1719-800D-44AB-AD6E-90A8D01885C4}" presName="Name0" presStyleCnt="0">
        <dgm:presLayoutVars>
          <dgm:dir/>
          <dgm:resizeHandles val="exact"/>
        </dgm:presLayoutVars>
      </dgm:prSet>
      <dgm:spPr/>
    </dgm:pt>
    <dgm:pt modelId="{013E2252-F933-4DBA-8E7F-E2B216E29ACA}" type="pres">
      <dgm:prSet presAssocID="{DE449442-9BCD-4DDD-BC8C-14824C71F891}" presName="composite" presStyleCnt="0"/>
      <dgm:spPr/>
    </dgm:pt>
    <dgm:pt modelId="{8896A0DE-FEF1-4F62-8F0A-008E13E9848A}" type="pres">
      <dgm:prSet presAssocID="{DE449442-9BCD-4DDD-BC8C-14824C71F891}" presName="imagSh" presStyleLbl="bgImgPlace1" presStyleIdx="0" presStyleCnt="1" custLinFactNeighborX="807" custLinFactNeighborY="-28495"/>
      <dgm:spPr>
        <a:blipFill>
          <a:blip xmlns:r="http://schemas.openxmlformats.org/officeDocument/2006/relationships" r:embed="rId1">
            <a:extLst>
              <a:ext uri="{28A0092B-C50C-407E-A947-70E740481C1C}">
                <a14:useLocalDpi xmlns:a14="http://schemas.microsoft.com/office/drawing/2010/main" val="0"/>
              </a:ext>
            </a:extLst>
          </a:blip>
          <a:srcRect/>
          <a:stretch>
            <a:fillRect t="-38000" b="-38000"/>
          </a:stretch>
        </a:blipFill>
      </dgm:spPr>
    </dgm:pt>
    <dgm:pt modelId="{8C41E884-2E59-454F-AE5D-4B7406F8AF85}" type="pres">
      <dgm:prSet presAssocID="{DE449442-9BCD-4DDD-BC8C-14824C71F891}" presName="txNode" presStyleLbl="node1" presStyleIdx="0" presStyleCnt="1">
        <dgm:presLayoutVars>
          <dgm:bulletEnabled val="1"/>
        </dgm:presLayoutVars>
      </dgm:prSet>
      <dgm:spPr/>
    </dgm:pt>
  </dgm:ptLst>
  <dgm:cxnLst>
    <dgm:cxn modelId="{E6388F03-2399-4A37-B0F6-FD40963E23D0}" type="presOf" srcId="{10EF1719-800D-44AB-AD6E-90A8D01885C4}" destId="{C222D702-9A8B-4990-87F1-D33ECD371850}" srcOrd="0" destOrd="0" presId="urn:microsoft.com/office/officeart/2005/8/layout/hProcess10"/>
    <dgm:cxn modelId="{E284833E-21C4-43C1-AD17-C4430DACB16B}" type="presOf" srcId="{DE449442-9BCD-4DDD-BC8C-14824C71F891}" destId="{8C41E884-2E59-454F-AE5D-4B7406F8AF85}" srcOrd="0" destOrd="0" presId="urn:microsoft.com/office/officeart/2005/8/layout/hProcess10"/>
    <dgm:cxn modelId="{5259E8CD-5ECD-46FA-BA67-0155C19048B3}" srcId="{10EF1719-800D-44AB-AD6E-90A8D01885C4}" destId="{DE449442-9BCD-4DDD-BC8C-14824C71F891}" srcOrd="0" destOrd="0" parTransId="{1082B9BD-91B6-4F3B-AFE1-4522B4F4BB44}" sibTransId="{4E943232-3510-4DE5-80A0-C56DB458E959}"/>
    <dgm:cxn modelId="{C6B80AC1-E0D8-4F9F-9667-06FC5F462218}" type="presParOf" srcId="{C222D702-9A8B-4990-87F1-D33ECD371850}" destId="{013E2252-F933-4DBA-8E7F-E2B216E29ACA}" srcOrd="0" destOrd="0" presId="urn:microsoft.com/office/officeart/2005/8/layout/hProcess10"/>
    <dgm:cxn modelId="{09A422E5-6363-4464-A240-1753ADB92D50}" type="presParOf" srcId="{013E2252-F933-4DBA-8E7F-E2B216E29ACA}" destId="{8896A0DE-FEF1-4F62-8F0A-008E13E9848A}" srcOrd="0" destOrd="0" presId="urn:microsoft.com/office/officeart/2005/8/layout/hProcess10"/>
    <dgm:cxn modelId="{70527E1D-F57C-43BF-B9CC-92AAB96D6500}" type="presParOf" srcId="{013E2252-F933-4DBA-8E7F-E2B216E29ACA}" destId="{8C41E884-2E59-454F-AE5D-4B7406F8AF85}" srcOrd="1" destOrd="0" presId="urn:microsoft.com/office/officeart/2005/8/layout/hProcess1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2ACC6AB-F1AA-4EA6-9324-F3251E227FFD}" type="doc">
      <dgm:prSet loTypeId="urn:microsoft.com/office/officeart/2005/8/layout/vList5" loCatId="list" qsTypeId="urn:microsoft.com/office/officeart/2005/8/quickstyle/simple1" qsCatId="simple" csTypeId="urn:microsoft.com/office/officeart/2005/8/colors/colorful4" csCatId="colorful" phldr="1"/>
      <dgm:spPr/>
      <dgm:t>
        <a:bodyPr/>
        <a:lstStyle/>
        <a:p>
          <a:endParaRPr lang="en-US"/>
        </a:p>
      </dgm:t>
    </dgm:pt>
    <dgm:pt modelId="{50443D60-6243-4FF1-AAF5-60862B4A9DA5}">
      <dgm:prSet/>
      <dgm:spPr/>
      <dgm:t>
        <a:bodyPr/>
        <a:lstStyle/>
        <a:p>
          <a:r>
            <a:rPr lang="en-US" b="1" dirty="0">
              <a:solidFill>
                <a:schemeClr val="accent2">
                  <a:lumMod val="50000"/>
                </a:schemeClr>
              </a:solidFill>
            </a:rPr>
            <a:t>For short-term trading, our main goal is to make a model that can predict two things</a:t>
          </a:r>
          <a:endParaRPr lang="en-US" dirty="0">
            <a:solidFill>
              <a:schemeClr val="accent2">
                <a:lumMod val="50000"/>
              </a:schemeClr>
            </a:solidFill>
          </a:endParaRPr>
        </a:p>
      </dgm:t>
    </dgm:pt>
    <dgm:pt modelId="{D909B88B-198F-4C02-AD27-C6B5F6E99C60}" type="parTrans" cxnId="{5A7D3093-EB87-4157-9549-FE7CCC51ABB3}">
      <dgm:prSet/>
      <dgm:spPr/>
      <dgm:t>
        <a:bodyPr/>
        <a:lstStyle/>
        <a:p>
          <a:endParaRPr lang="en-US"/>
        </a:p>
      </dgm:t>
    </dgm:pt>
    <dgm:pt modelId="{17BE7A2C-556A-4969-9EA9-968C74619E53}" type="sibTrans" cxnId="{5A7D3093-EB87-4157-9549-FE7CCC51ABB3}">
      <dgm:prSet/>
      <dgm:spPr/>
      <dgm:t>
        <a:bodyPr/>
        <a:lstStyle/>
        <a:p>
          <a:endParaRPr lang="en-US"/>
        </a:p>
      </dgm:t>
    </dgm:pt>
    <dgm:pt modelId="{93234750-1DDD-45E6-9998-30C3B02BE563}">
      <dgm:prSet/>
      <dgm:spPr/>
      <dgm:t>
        <a:bodyPr/>
        <a:lstStyle/>
        <a:p>
          <a:r>
            <a:rPr lang="en-US" b="1" dirty="0"/>
            <a:t>Prediction of future maximum peak price after which it starts to drop again, say ‘tops’ or future minimum lowest price after which the stock starts rising again, say ‘bottoms’.</a:t>
          </a:r>
          <a:endParaRPr lang="en-US" dirty="0"/>
        </a:p>
      </dgm:t>
    </dgm:pt>
    <dgm:pt modelId="{77C20F08-218A-4AF5-A8EB-5E9D09BDE77F}" type="parTrans" cxnId="{5A5D26D0-7950-49FB-96E8-4685F4500133}">
      <dgm:prSet/>
      <dgm:spPr/>
      <dgm:t>
        <a:bodyPr/>
        <a:lstStyle/>
        <a:p>
          <a:endParaRPr lang="en-US"/>
        </a:p>
      </dgm:t>
    </dgm:pt>
    <dgm:pt modelId="{33A310AA-FF91-4509-A7F7-586F3BA2845D}" type="sibTrans" cxnId="{5A5D26D0-7950-49FB-96E8-4685F4500133}">
      <dgm:prSet/>
      <dgm:spPr/>
      <dgm:t>
        <a:bodyPr/>
        <a:lstStyle/>
        <a:p>
          <a:endParaRPr lang="en-US"/>
        </a:p>
      </dgm:t>
    </dgm:pt>
    <dgm:pt modelId="{9F2F4A87-F848-400E-96FB-688E2CB18839}">
      <dgm:prSet/>
      <dgm:spPr/>
      <dgm:t>
        <a:bodyPr/>
        <a:lstStyle/>
        <a:p>
          <a:r>
            <a:rPr lang="en-US" b="1" dirty="0"/>
            <a:t>Prediction of the days between consecutive future  tops and bottoms or future bottoms and tops respectively</a:t>
          </a:r>
          <a:endParaRPr lang="en-US" dirty="0"/>
        </a:p>
      </dgm:t>
    </dgm:pt>
    <dgm:pt modelId="{6CC1B4E7-91D8-4FA4-8F7C-A2FB975B7BFC}" type="parTrans" cxnId="{003F6652-D247-4E98-82C2-962D760DBDFF}">
      <dgm:prSet/>
      <dgm:spPr/>
      <dgm:t>
        <a:bodyPr/>
        <a:lstStyle/>
        <a:p>
          <a:endParaRPr lang="en-US"/>
        </a:p>
      </dgm:t>
    </dgm:pt>
    <dgm:pt modelId="{3E863CCB-886B-4C81-A552-D274CF09B460}" type="sibTrans" cxnId="{003F6652-D247-4E98-82C2-962D760DBDFF}">
      <dgm:prSet/>
      <dgm:spPr/>
      <dgm:t>
        <a:bodyPr/>
        <a:lstStyle/>
        <a:p>
          <a:endParaRPr lang="en-US"/>
        </a:p>
      </dgm:t>
    </dgm:pt>
    <dgm:pt modelId="{25EF1F4F-1D11-4647-9B64-5CE7B8897A96}">
      <dgm:prSet/>
      <dgm:spPr/>
      <dgm:t>
        <a:bodyPr/>
        <a:lstStyle/>
        <a:p>
          <a:endParaRPr lang="en-US" dirty="0"/>
        </a:p>
      </dgm:t>
    </dgm:pt>
    <dgm:pt modelId="{0EF72245-16B3-4C70-A381-7A532B5180F2}" type="parTrans" cxnId="{21FA82A9-E0C9-46E3-B7BF-C4A0EF4ADB83}">
      <dgm:prSet/>
      <dgm:spPr/>
      <dgm:t>
        <a:bodyPr/>
        <a:lstStyle/>
        <a:p>
          <a:endParaRPr lang="en-US"/>
        </a:p>
      </dgm:t>
    </dgm:pt>
    <dgm:pt modelId="{0F7A5107-DA9C-48B4-9DB3-DD8EF264B1BE}" type="sibTrans" cxnId="{21FA82A9-E0C9-46E3-B7BF-C4A0EF4ADB83}">
      <dgm:prSet/>
      <dgm:spPr/>
      <dgm:t>
        <a:bodyPr/>
        <a:lstStyle/>
        <a:p>
          <a:endParaRPr lang="en-US"/>
        </a:p>
      </dgm:t>
    </dgm:pt>
    <dgm:pt modelId="{1F4C6886-6B0A-4519-942E-03D1BACC82D9}" type="pres">
      <dgm:prSet presAssocID="{62ACC6AB-F1AA-4EA6-9324-F3251E227FFD}" presName="Name0" presStyleCnt="0">
        <dgm:presLayoutVars>
          <dgm:dir/>
          <dgm:animLvl val="lvl"/>
          <dgm:resizeHandles val="exact"/>
        </dgm:presLayoutVars>
      </dgm:prSet>
      <dgm:spPr/>
    </dgm:pt>
    <dgm:pt modelId="{6227F12F-B904-486D-B689-4DD5EC4C69D4}" type="pres">
      <dgm:prSet presAssocID="{50443D60-6243-4FF1-AAF5-60862B4A9DA5}" presName="linNode" presStyleCnt="0"/>
      <dgm:spPr/>
    </dgm:pt>
    <dgm:pt modelId="{9FC1F383-4DB8-4C32-AE0F-B97FB2C8D90A}" type="pres">
      <dgm:prSet presAssocID="{50443D60-6243-4FF1-AAF5-60862B4A9DA5}" presName="parentText" presStyleLbl="node1" presStyleIdx="0" presStyleCnt="1">
        <dgm:presLayoutVars>
          <dgm:chMax val="1"/>
          <dgm:bulletEnabled val="1"/>
        </dgm:presLayoutVars>
      </dgm:prSet>
      <dgm:spPr/>
    </dgm:pt>
    <dgm:pt modelId="{E7F45767-039E-44DE-B46C-762B94AD47ED}" type="pres">
      <dgm:prSet presAssocID="{50443D60-6243-4FF1-AAF5-60862B4A9DA5}" presName="descendantText" presStyleLbl="alignAccFollowNode1" presStyleIdx="0" presStyleCnt="1">
        <dgm:presLayoutVars>
          <dgm:bulletEnabled val="1"/>
        </dgm:presLayoutVars>
      </dgm:prSet>
      <dgm:spPr/>
    </dgm:pt>
  </dgm:ptLst>
  <dgm:cxnLst>
    <dgm:cxn modelId="{726DE25C-D7CF-4047-86C1-2A697B9EDE6C}" type="presOf" srcId="{9F2F4A87-F848-400E-96FB-688E2CB18839}" destId="{E7F45767-039E-44DE-B46C-762B94AD47ED}" srcOrd="0" destOrd="2" presId="urn:microsoft.com/office/officeart/2005/8/layout/vList5"/>
    <dgm:cxn modelId="{003F6652-D247-4E98-82C2-962D760DBDFF}" srcId="{50443D60-6243-4FF1-AAF5-60862B4A9DA5}" destId="{9F2F4A87-F848-400E-96FB-688E2CB18839}" srcOrd="2" destOrd="0" parTransId="{6CC1B4E7-91D8-4FA4-8F7C-A2FB975B7BFC}" sibTransId="{3E863CCB-886B-4C81-A552-D274CF09B460}"/>
    <dgm:cxn modelId="{8D26B574-8261-4FAD-A3E4-CC7603754673}" type="presOf" srcId="{62ACC6AB-F1AA-4EA6-9324-F3251E227FFD}" destId="{1F4C6886-6B0A-4519-942E-03D1BACC82D9}" srcOrd="0" destOrd="0" presId="urn:microsoft.com/office/officeart/2005/8/layout/vList5"/>
    <dgm:cxn modelId="{25B6DE79-8302-4433-A7B5-A6A7C285EAD6}" type="presOf" srcId="{50443D60-6243-4FF1-AAF5-60862B4A9DA5}" destId="{9FC1F383-4DB8-4C32-AE0F-B97FB2C8D90A}" srcOrd="0" destOrd="0" presId="urn:microsoft.com/office/officeart/2005/8/layout/vList5"/>
    <dgm:cxn modelId="{5A7D3093-EB87-4157-9549-FE7CCC51ABB3}" srcId="{62ACC6AB-F1AA-4EA6-9324-F3251E227FFD}" destId="{50443D60-6243-4FF1-AAF5-60862B4A9DA5}" srcOrd="0" destOrd="0" parTransId="{D909B88B-198F-4C02-AD27-C6B5F6E99C60}" sibTransId="{17BE7A2C-556A-4969-9EA9-968C74619E53}"/>
    <dgm:cxn modelId="{21FA82A9-E0C9-46E3-B7BF-C4A0EF4ADB83}" srcId="{50443D60-6243-4FF1-AAF5-60862B4A9DA5}" destId="{25EF1F4F-1D11-4647-9B64-5CE7B8897A96}" srcOrd="1" destOrd="0" parTransId="{0EF72245-16B3-4C70-A381-7A532B5180F2}" sibTransId="{0F7A5107-DA9C-48B4-9DB3-DD8EF264B1BE}"/>
    <dgm:cxn modelId="{5A5D26D0-7950-49FB-96E8-4685F4500133}" srcId="{50443D60-6243-4FF1-AAF5-60862B4A9DA5}" destId="{93234750-1DDD-45E6-9998-30C3B02BE563}" srcOrd="0" destOrd="0" parTransId="{77C20F08-218A-4AF5-A8EB-5E9D09BDE77F}" sibTransId="{33A310AA-FF91-4509-A7F7-586F3BA2845D}"/>
    <dgm:cxn modelId="{AE1EC4F2-8E6A-4FD2-AB81-85ABB8E91055}" type="presOf" srcId="{93234750-1DDD-45E6-9998-30C3B02BE563}" destId="{E7F45767-039E-44DE-B46C-762B94AD47ED}" srcOrd="0" destOrd="0" presId="urn:microsoft.com/office/officeart/2005/8/layout/vList5"/>
    <dgm:cxn modelId="{2409C7F7-7C5F-4279-9348-6CC086818441}" type="presOf" srcId="{25EF1F4F-1D11-4647-9B64-5CE7B8897A96}" destId="{E7F45767-039E-44DE-B46C-762B94AD47ED}" srcOrd="0" destOrd="1" presId="urn:microsoft.com/office/officeart/2005/8/layout/vList5"/>
    <dgm:cxn modelId="{62C39DBB-5CBE-4599-A08D-8729102A0AC5}" type="presParOf" srcId="{1F4C6886-6B0A-4519-942E-03D1BACC82D9}" destId="{6227F12F-B904-486D-B689-4DD5EC4C69D4}" srcOrd="0" destOrd="0" presId="urn:microsoft.com/office/officeart/2005/8/layout/vList5"/>
    <dgm:cxn modelId="{E60F0B4F-729B-4356-A965-C7722683592E}" type="presParOf" srcId="{6227F12F-B904-486D-B689-4DD5EC4C69D4}" destId="{9FC1F383-4DB8-4C32-AE0F-B97FB2C8D90A}" srcOrd="0" destOrd="0" presId="urn:microsoft.com/office/officeart/2005/8/layout/vList5"/>
    <dgm:cxn modelId="{73DE9143-840C-4BBA-9640-55C6C227064F}" type="presParOf" srcId="{6227F12F-B904-486D-B689-4DD5EC4C69D4}" destId="{E7F45767-039E-44DE-B46C-762B94AD47ED}"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B5E82CD-DFB8-44E6-A413-DF37206108B0}" type="doc">
      <dgm:prSet loTypeId="urn:microsoft.com/office/officeart/2009/3/layout/FramedTextPicture" loCatId="picture" qsTypeId="urn:microsoft.com/office/officeart/2005/8/quickstyle/simple1" qsCatId="simple" csTypeId="urn:microsoft.com/office/officeart/2005/8/colors/accent1_2" csCatId="accent1" phldr="1"/>
      <dgm:spPr/>
      <dgm:t>
        <a:bodyPr/>
        <a:lstStyle/>
        <a:p>
          <a:endParaRPr lang="en-US"/>
        </a:p>
      </dgm:t>
    </dgm:pt>
    <dgm:pt modelId="{DDA00FA4-7DA0-4C57-A0C8-388394F6ACCF}">
      <dgm:prSet/>
      <dgm:spPr/>
      <dgm:t>
        <a:bodyPr/>
        <a:lstStyle/>
        <a:p>
          <a:r>
            <a:rPr lang="en-US" b="1" dirty="0"/>
            <a:t>Prediction of future ‘Tops’ or future ‘Bottoms’.</a:t>
          </a:r>
          <a:endParaRPr lang="en-US" dirty="0"/>
        </a:p>
      </dgm:t>
    </dgm:pt>
    <dgm:pt modelId="{8B273F1E-0011-4F66-9A25-D93211DA6CC4}" type="parTrans" cxnId="{F96CA0D5-AA95-4245-883A-B125820C74CF}">
      <dgm:prSet/>
      <dgm:spPr/>
      <dgm:t>
        <a:bodyPr/>
        <a:lstStyle/>
        <a:p>
          <a:endParaRPr lang="en-US"/>
        </a:p>
      </dgm:t>
    </dgm:pt>
    <dgm:pt modelId="{2CC2E6D4-4F0D-4CB8-B1D8-185122A16D3F}" type="sibTrans" cxnId="{F96CA0D5-AA95-4245-883A-B125820C74CF}">
      <dgm:prSet/>
      <dgm:spPr/>
      <dgm:t>
        <a:bodyPr/>
        <a:lstStyle/>
        <a:p>
          <a:endParaRPr lang="en-US"/>
        </a:p>
      </dgm:t>
    </dgm:pt>
    <dgm:pt modelId="{15C7DE00-D42D-4562-99BC-0FD2FCB64263}" type="pres">
      <dgm:prSet presAssocID="{BB5E82CD-DFB8-44E6-A413-DF37206108B0}" presName="Name0" presStyleCnt="0">
        <dgm:presLayoutVars>
          <dgm:chMax/>
          <dgm:chPref/>
          <dgm:dir/>
        </dgm:presLayoutVars>
      </dgm:prSet>
      <dgm:spPr/>
    </dgm:pt>
    <dgm:pt modelId="{0B6A825C-F7B4-4AE4-B055-CDC4056D2AB0}" type="pres">
      <dgm:prSet presAssocID="{DDA00FA4-7DA0-4C57-A0C8-388394F6ACCF}" presName="composite" presStyleCnt="0">
        <dgm:presLayoutVars>
          <dgm:chMax/>
          <dgm:chPref/>
        </dgm:presLayoutVars>
      </dgm:prSet>
      <dgm:spPr/>
    </dgm:pt>
    <dgm:pt modelId="{022E86BA-A77A-4782-9879-1FA1E734AB34}" type="pres">
      <dgm:prSet presAssocID="{DDA00FA4-7DA0-4C57-A0C8-388394F6ACCF}" presName="Image" presStyleLbl="bgImgPlace1" presStyleIdx="0" presStyleCnt="1"/>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659" t="2507" r="-659" b="2507"/>
          </a:stretch>
        </a:blipFill>
      </dgm:spPr>
    </dgm:pt>
    <dgm:pt modelId="{730EC28F-C839-42A9-BD3C-39C987ACFCA3}" type="pres">
      <dgm:prSet presAssocID="{DDA00FA4-7DA0-4C57-A0C8-388394F6ACCF}" presName="ParentText" presStyleLbl="revTx" presStyleIdx="0" presStyleCnt="1">
        <dgm:presLayoutVars>
          <dgm:chMax val="0"/>
          <dgm:chPref val="0"/>
          <dgm:bulletEnabled val="1"/>
        </dgm:presLayoutVars>
      </dgm:prSet>
      <dgm:spPr/>
    </dgm:pt>
    <dgm:pt modelId="{B37268E8-7501-443F-9DAD-C70D7720CA40}" type="pres">
      <dgm:prSet presAssocID="{DDA00FA4-7DA0-4C57-A0C8-388394F6ACCF}" presName="tlFrame" presStyleLbl="node1" presStyleIdx="0" presStyleCnt="4"/>
      <dgm:spPr/>
    </dgm:pt>
    <dgm:pt modelId="{30DD858D-3983-49FB-89FC-C43A54F73CB5}" type="pres">
      <dgm:prSet presAssocID="{DDA00FA4-7DA0-4C57-A0C8-388394F6ACCF}" presName="trFrame" presStyleLbl="node1" presStyleIdx="1" presStyleCnt="4"/>
      <dgm:spPr/>
    </dgm:pt>
    <dgm:pt modelId="{CAFF2525-FEC7-4B6B-ADB2-CF91EB9899B5}" type="pres">
      <dgm:prSet presAssocID="{DDA00FA4-7DA0-4C57-A0C8-388394F6ACCF}" presName="blFrame" presStyleLbl="node1" presStyleIdx="2" presStyleCnt="4"/>
      <dgm:spPr/>
    </dgm:pt>
    <dgm:pt modelId="{24948E5B-C5FC-441E-ACC9-BC8AD6F85A96}" type="pres">
      <dgm:prSet presAssocID="{DDA00FA4-7DA0-4C57-A0C8-388394F6ACCF}" presName="brFrame" presStyleLbl="node1" presStyleIdx="3" presStyleCnt="4"/>
      <dgm:spPr/>
    </dgm:pt>
  </dgm:ptLst>
  <dgm:cxnLst>
    <dgm:cxn modelId="{E4D7D809-C0D4-4811-BE18-AA94DC1E51AC}" type="presOf" srcId="{BB5E82CD-DFB8-44E6-A413-DF37206108B0}" destId="{15C7DE00-D42D-4562-99BC-0FD2FCB64263}" srcOrd="0" destOrd="0" presId="urn:microsoft.com/office/officeart/2009/3/layout/FramedTextPicture"/>
    <dgm:cxn modelId="{7B4D4588-A5A3-4E3D-98FB-471E47FFBD3F}" type="presOf" srcId="{DDA00FA4-7DA0-4C57-A0C8-388394F6ACCF}" destId="{730EC28F-C839-42A9-BD3C-39C987ACFCA3}" srcOrd="0" destOrd="0" presId="urn:microsoft.com/office/officeart/2009/3/layout/FramedTextPicture"/>
    <dgm:cxn modelId="{F96CA0D5-AA95-4245-883A-B125820C74CF}" srcId="{BB5E82CD-DFB8-44E6-A413-DF37206108B0}" destId="{DDA00FA4-7DA0-4C57-A0C8-388394F6ACCF}" srcOrd="0" destOrd="0" parTransId="{8B273F1E-0011-4F66-9A25-D93211DA6CC4}" sibTransId="{2CC2E6D4-4F0D-4CB8-B1D8-185122A16D3F}"/>
    <dgm:cxn modelId="{F4732248-8AF6-46BA-8B31-871DDFB4D6EF}" type="presParOf" srcId="{15C7DE00-D42D-4562-99BC-0FD2FCB64263}" destId="{0B6A825C-F7B4-4AE4-B055-CDC4056D2AB0}" srcOrd="0" destOrd="0" presId="urn:microsoft.com/office/officeart/2009/3/layout/FramedTextPicture"/>
    <dgm:cxn modelId="{92956421-17F5-409E-8FF7-A9FC14A707F7}" type="presParOf" srcId="{0B6A825C-F7B4-4AE4-B055-CDC4056D2AB0}" destId="{022E86BA-A77A-4782-9879-1FA1E734AB34}" srcOrd="0" destOrd="0" presId="urn:microsoft.com/office/officeart/2009/3/layout/FramedTextPicture"/>
    <dgm:cxn modelId="{DBCCBD3A-D58E-4F59-8F19-60ADC901DC68}" type="presParOf" srcId="{0B6A825C-F7B4-4AE4-B055-CDC4056D2AB0}" destId="{730EC28F-C839-42A9-BD3C-39C987ACFCA3}" srcOrd="1" destOrd="0" presId="urn:microsoft.com/office/officeart/2009/3/layout/FramedTextPicture"/>
    <dgm:cxn modelId="{7695B336-0AE2-4A8E-9CB5-34237431B542}" type="presParOf" srcId="{0B6A825C-F7B4-4AE4-B055-CDC4056D2AB0}" destId="{B37268E8-7501-443F-9DAD-C70D7720CA40}" srcOrd="2" destOrd="0" presId="urn:microsoft.com/office/officeart/2009/3/layout/FramedTextPicture"/>
    <dgm:cxn modelId="{17E642BE-B1E8-4669-867F-ABCDD30BE694}" type="presParOf" srcId="{0B6A825C-F7B4-4AE4-B055-CDC4056D2AB0}" destId="{30DD858D-3983-49FB-89FC-C43A54F73CB5}" srcOrd="3" destOrd="0" presId="urn:microsoft.com/office/officeart/2009/3/layout/FramedTextPicture"/>
    <dgm:cxn modelId="{74468BCC-78DF-4786-84A0-5CBA5D56D753}" type="presParOf" srcId="{0B6A825C-F7B4-4AE4-B055-CDC4056D2AB0}" destId="{CAFF2525-FEC7-4B6B-ADB2-CF91EB9899B5}" srcOrd="4" destOrd="0" presId="urn:microsoft.com/office/officeart/2009/3/layout/FramedTextPicture"/>
    <dgm:cxn modelId="{23506B36-80F3-48E0-B8D1-443FFAA8BF09}" type="presParOf" srcId="{0B6A825C-F7B4-4AE4-B055-CDC4056D2AB0}" destId="{24948E5B-C5FC-441E-ACC9-BC8AD6F85A96}" srcOrd="5" destOrd="0" presId="urn:microsoft.com/office/officeart/2009/3/layout/FramedTextPictur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B5E82CD-DFB8-44E6-A413-DF37206108B0}" type="doc">
      <dgm:prSet loTypeId="urn:microsoft.com/office/officeart/2009/3/layout/FramedTextPicture" loCatId="picture" qsTypeId="urn:microsoft.com/office/officeart/2005/8/quickstyle/simple1" qsCatId="simple" csTypeId="urn:microsoft.com/office/officeart/2005/8/colors/accent1_2" csCatId="accent1" phldr="1"/>
      <dgm:spPr/>
      <dgm:t>
        <a:bodyPr/>
        <a:lstStyle/>
        <a:p>
          <a:endParaRPr lang="en-US"/>
        </a:p>
      </dgm:t>
    </dgm:pt>
    <dgm:pt modelId="{DDA00FA4-7DA0-4C57-A0C8-388394F6ACCF}">
      <dgm:prSet custT="1"/>
      <dgm:spPr/>
      <dgm:t>
        <a:bodyPr/>
        <a:lstStyle/>
        <a:p>
          <a:r>
            <a:rPr lang="en-US" sz="5400" b="1" dirty="0"/>
            <a:t>Prediction of the days between consecutive future  tops and bottoms and vice versa</a:t>
          </a:r>
          <a:endParaRPr lang="en-US" sz="5400" dirty="0"/>
        </a:p>
      </dgm:t>
    </dgm:pt>
    <dgm:pt modelId="{8B273F1E-0011-4F66-9A25-D93211DA6CC4}" type="parTrans" cxnId="{F96CA0D5-AA95-4245-883A-B125820C74CF}">
      <dgm:prSet/>
      <dgm:spPr/>
      <dgm:t>
        <a:bodyPr/>
        <a:lstStyle/>
        <a:p>
          <a:endParaRPr lang="en-US"/>
        </a:p>
      </dgm:t>
    </dgm:pt>
    <dgm:pt modelId="{2CC2E6D4-4F0D-4CB8-B1D8-185122A16D3F}" type="sibTrans" cxnId="{F96CA0D5-AA95-4245-883A-B125820C74CF}">
      <dgm:prSet/>
      <dgm:spPr/>
      <dgm:t>
        <a:bodyPr/>
        <a:lstStyle/>
        <a:p>
          <a:endParaRPr lang="en-US"/>
        </a:p>
      </dgm:t>
    </dgm:pt>
    <dgm:pt modelId="{15C7DE00-D42D-4562-99BC-0FD2FCB64263}" type="pres">
      <dgm:prSet presAssocID="{BB5E82CD-DFB8-44E6-A413-DF37206108B0}" presName="Name0" presStyleCnt="0">
        <dgm:presLayoutVars>
          <dgm:chMax/>
          <dgm:chPref/>
          <dgm:dir/>
        </dgm:presLayoutVars>
      </dgm:prSet>
      <dgm:spPr/>
    </dgm:pt>
    <dgm:pt modelId="{0B6A825C-F7B4-4AE4-B055-CDC4056D2AB0}" type="pres">
      <dgm:prSet presAssocID="{DDA00FA4-7DA0-4C57-A0C8-388394F6ACCF}" presName="composite" presStyleCnt="0">
        <dgm:presLayoutVars>
          <dgm:chMax/>
          <dgm:chPref/>
        </dgm:presLayoutVars>
      </dgm:prSet>
      <dgm:spPr/>
    </dgm:pt>
    <dgm:pt modelId="{022E86BA-A77A-4782-9879-1FA1E734AB34}" type="pres">
      <dgm:prSet presAssocID="{DDA00FA4-7DA0-4C57-A0C8-388394F6ACCF}" presName="Image" presStyleLbl="bgImgPlace1" presStyleIdx="0" presStyleCnt="1" custScaleX="135076"/>
      <dgm:spPr>
        <a:blipFill>
          <a:blip xmlns:r="http://schemas.openxmlformats.org/officeDocument/2006/relationships" r:embed="rId1"/>
          <a:srcRect/>
          <a:stretch>
            <a:fillRect l="-1000" r="-1000"/>
          </a:stretch>
        </a:blipFill>
      </dgm:spPr>
    </dgm:pt>
    <dgm:pt modelId="{730EC28F-C839-42A9-BD3C-39C987ACFCA3}" type="pres">
      <dgm:prSet presAssocID="{DDA00FA4-7DA0-4C57-A0C8-388394F6ACCF}" presName="ParentText" presStyleLbl="revTx" presStyleIdx="0" presStyleCnt="1">
        <dgm:presLayoutVars>
          <dgm:chMax val="0"/>
          <dgm:chPref val="0"/>
          <dgm:bulletEnabled val="1"/>
        </dgm:presLayoutVars>
      </dgm:prSet>
      <dgm:spPr/>
    </dgm:pt>
    <dgm:pt modelId="{B37268E8-7501-443F-9DAD-C70D7720CA40}" type="pres">
      <dgm:prSet presAssocID="{DDA00FA4-7DA0-4C57-A0C8-388394F6ACCF}" presName="tlFrame" presStyleLbl="node1" presStyleIdx="0" presStyleCnt="4"/>
      <dgm:spPr/>
    </dgm:pt>
    <dgm:pt modelId="{30DD858D-3983-49FB-89FC-C43A54F73CB5}" type="pres">
      <dgm:prSet presAssocID="{DDA00FA4-7DA0-4C57-A0C8-388394F6ACCF}" presName="trFrame" presStyleLbl="node1" presStyleIdx="1" presStyleCnt="4"/>
      <dgm:spPr/>
    </dgm:pt>
    <dgm:pt modelId="{CAFF2525-FEC7-4B6B-ADB2-CF91EB9899B5}" type="pres">
      <dgm:prSet presAssocID="{DDA00FA4-7DA0-4C57-A0C8-388394F6ACCF}" presName="blFrame" presStyleLbl="node1" presStyleIdx="2" presStyleCnt="4"/>
      <dgm:spPr/>
    </dgm:pt>
    <dgm:pt modelId="{24948E5B-C5FC-441E-ACC9-BC8AD6F85A96}" type="pres">
      <dgm:prSet presAssocID="{DDA00FA4-7DA0-4C57-A0C8-388394F6ACCF}" presName="brFrame" presStyleLbl="node1" presStyleIdx="3" presStyleCnt="4"/>
      <dgm:spPr/>
    </dgm:pt>
  </dgm:ptLst>
  <dgm:cxnLst>
    <dgm:cxn modelId="{E4D7D809-C0D4-4811-BE18-AA94DC1E51AC}" type="presOf" srcId="{BB5E82CD-DFB8-44E6-A413-DF37206108B0}" destId="{15C7DE00-D42D-4562-99BC-0FD2FCB64263}" srcOrd="0" destOrd="0" presId="urn:microsoft.com/office/officeart/2009/3/layout/FramedTextPicture"/>
    <dgm:cxn modelId="{7B4D4588-A5A3-4E3D-98FB-471E47FFBD3F}" type="presOf" srcId="{DDA00FA4-7DA0-4C57-A0C8-388394F6ACCF}" destId="{730EC28F-C839-42A9-BD3C-39C987ACFCA3}" srcOrd="0" destOrd="0" presId="urn:microsoft.com/office/officeart/2009/3/layout/FramedTextPicture"/>
    <dgm:cxn modelId="{F96CA0D5-AA95-4245-883A-B125820C74CF}" srcId="{BB5E82CD-DFB8-44E6-A413-DF37206108B0}" destId="{DDA00FA4-7DA0-4C57-A0C8-388394F6ACCF}" srcOrd="0" destOrd="0" parTransId="{8B273F1E-0011-4F66-9A25-D93211DA6CC4}" sibTransId="{2CC2E6D4-4F0D-4CB8-B1D8-185122A16D3F}"/>
    <dgm:cxn modelId="{F4732248-8AF6-46BA-8B31-871DDFB4D6EF}" type="presParOf" srcId="{15C7DE00-D42D-4562-99BC-0FD2FCB64263}" destId="{0B6A825C-F7B4-4AE4-B055-CDC4056D2AB0}" srcOrd="0" destOrd="0" presId="urn:microsoft.com/office/officeart/2009/3/layout/FramedTextPicture"/>
    <dgm:cxn modelId="{92956421-17F5-409E-8FF7-A9FC14A707F7}" type="presParOf" srcId="{0B6A825C-F7B4-4AE4-B055-CDC4056D2AB0}" destId="{022E86BA-A77A-4782-9879-1FA1E734AB34}" srcOrd="0" destOrd="0" presId="urn:microsoft.com/office/officeart/2009/3/layout/FramedTextPicture"/>
    <dgm:cxn modelId="{DBCCBD3A-D58E-4F59-8F19-60ADC901DC68}" type="presParOf" srcId="{0B6A825C-F7B4-4AE4-B055-CDC4056D2AB0}" destId="{730EC28F-C839-42A9-BD3C-39C987ACFCA3}" srcOrd="1" destOrd="0" presId="urn:microsoft.com/office/officeart/2009/3/layout/FramedTextPicture"/>
    <dgm:cxn modelId="{7695B336-0AE2-4A8E-9CB5-34237431B542}" type="presParOf" srcId="{0B6A825C-F7B4-4AE4-B055-CDC4056D2AB0}" destId="{B37268E8-7501-443F-9DAD-C70D7720CA40}" srcOrd="2" destOrd="0" presId="urn:microsoft.com/office/officeart/2009/3/layout/FramedTextPicture"/>
    <dgm:cxn modelId="{17E642BE-B1E8-4669-867F-ABCDD30BE694}" type="presParOf" srcId="{0B6A825C-F7B4-4AE4-B055-CDC4056D2AB0}" destId="{30DD858D-3983-49FB-89FC-C43A54F73CB5}" srcOrd="3" destOrd="0" presId="urn:microsoft.com/office/officeart/2009/3/layout/FramedTextPicture"/>
    <dgm:cxn modelId="{74468BCC-78DF-4786-84A0-5CBA5D56D753}" type="presParOf" srcId="{0B6A825C-F7B4-4AE4-B055-CDC4056D2AB0}" destId="{CAFF2525-FEC7-4B6B-ADB2-CF91EB9899B5}" srcOrd="4" destOrd="0" presId="urn:microsoft.com/office/officeart/2009/3/layout/FramedTextPicture"/>
    <dgm:cxn modelId="{23506B36-80F3-48E0-B8D1-443FFAA8BF09}" type="presParOf" srcId="{0B6A825C-F7B4-4AE4-B055-CDC4056D2AB0}" destId="{24948E5B-C5FC-441E-ACC9-BC8AD6F85A96}" srcOrd="5" destOrd="0" presId="urn:microsoft.com/office/officeart/2009/3/layout/FramedTextPictur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4410FB8-8BAF-4A1B-8AC9-EE1E5A62923C}" type="doc">
      <dgm:prSet loTypeId="urn:microsoft.com/office/officeart/2005/8/layout/pyramid1" loCatId="pyramid" qsTypeId="urn:microsoft.com/office/officeart/2005/8/quickstyle/3d2" qsCatId="3D" csTypeId="urn:microsoft.com/office/officeart/2005/8/colors/colorful2" csCatId="colorful" phldr="1"/>
      <dgm:spPr/>
      <dgm:t>
        <a:bodyPr/>
        <a:lstStyle/>
        <a:p>
          <a:endParaRPr lang="en-US"/>
        </a:p>
      </dgm:t>
    </dgm:pt>
    <dgm:pt modelId="{0AC696A0-47B7-49CA-8591-F5D84ECA8EE2}">
      <dgm:prSet custT="1"/>
      <dgm:spPr/>
      <dgm:t>
        <a:bodyPr/>
        <a:lstStyle/>
        <a:p>
          <a:r>
            <a:rPr lang="en-US" sz="10000" b="1" dirty="0">
              <a:solidFill>
                <a:schemeClr val="accent6">
                  <a:lumMod val="50000"/>
                </a:schemeClr>
              </a:solidFill>
            </a:rPr>
            <a:t>FUTURE OF OUR PROJECT</a:t>
          </a:r>
          <a:endParaRPr lang="en-US" sz="10000" dirty="0">
            <a:solidFill>
              <a:schemeClr val="accent6">
                <a:lumMod val="50000"/>
              </a:schemeClr>
            </a:solidFill>
          </a:endParaRPr>
        </a:p>
      </dgm:t>
    </dgm:pt>
    <dgm:pt modelId="{925713D5-FA1D-41AD-A3EA-F719386401FB}" type="parTrans" cxnId="{FBA270A3-D7C3-499A-93E9-8755784D6A15}">
      <dgm:prSet/>
      <dgm:spPr/>
      <dgm:t>
        <a:bodyPr/>
        <a:lstStyle/>
        <a:p>
          <a:endParaRPr lang="en-US"/>
        </a:p>
      </dgm:t>
    </dgm:pt>
    <dgm:pt modelId="{A5A4EBCD-8F76-40AD-B7A8-03E626EBEDF5}" type="sibTrans" cxnId="{FBA270A3-D7C3-499A-93E9-8755784D6A15}">
      <dgm:prSet/>
      <dgm:spPr/>
      <dgm:t>
        <a:bodyPr/>
        <a:lstStyle/>
        <a:p>
          <a:endParaRPr lang="en-US"/>
        </a:p>
      </dgm:t>
    </dgm:pt>
    <dgm:pt modelId="{AD4811A0-90E9-4D7D-89FB-8A8200781AC2}" type="pres">
      <dgm:prSet presAssocID="{84410FB8-8BAF-4A1B-8AC9-EE1E5A62923C}" presName="Name0" presStyleCnt="0">
        <dgm:presLayoutVars>
          <dgm:dir/>
          <dgm:animLvl val="lvl"/>
          <dgm:resizeHandles val="exact"/>
        </dgm:presLayoutVars>
      </dgm:prSet>
      <dgm:spPr/>
    </dgm:pt>
    <dgm:pt modelId="{4B985F7C-447E-4076-AC30-9FBD1242B479}" type="pres">
      <dgm:prSet presAssocID="{0AC696A0-47B7-49CA-8591-F5D84ECA8EE2}" presName="Name8" presStyleCnt="0"/>
      <dgm:spPr/>
    </dgm:pt>
    <dgm:pt modelId="{295F20AE-7D84-4F08-B42F-E739DF30E6B6}" type="pres">
      <dgm:prSet presAssocID="{0AC696A0-47B7-49CA-8591-F5D84ECA8EE2}" presName="level" presStyleLbl="node1" presStyleIdx="0" presStyleCnt="1">
        <dgm:presLayoutVars>
          <dgm:chMax val="1"/>
          <dgm:bulletEnabled val="1"/>
        </dgm:presLayoutVars>
      </dgm:prSet>
      <dgm:spPr/>
    </dgm:pt>
    <dgm:pt modelId="{EBCF5D65-6AA0-45C7-8BF8-8FDB496130E8}" type="pres">
      <dgm:prSet presAssocID="{0AC696A0-47B7-49CA-8591-F5D84ECA8EE2}" presName="levelTx" presStyleLbl="revTx" presStyleIdx="0" presStyleCnt="0">
        <dgm:presLayoutVars>
          <dgm:chMax val="1"/>
          <dgm:bulletEnabled val="1"/>
        </dgm:presLayoutVars>
      </dgm:prSet>
      <dgm:spPr/>
    </dgm:pt>
  </dgm:ptLst>
  <dgm:cxnLst>
    <dgm:cxn modelId="{EAA0D11C-CF50-40BC-92C4-5B0D0F7486CD}" type="presOf" srcId="{84410FB8-8BAF-4A1B-8AC9-EE1E5A62923C}" destId="{AD4811A0-90E9-4D7D-89FB-8A8200781AC2}" srcOrd="0" destOrd="0" presId="urn:microsoft.com/office/officeart/2005/8/layout/pyramid1"/>
    <dgm:cxn modelId="{4CDE2733-010A-4B9B-9A43-27FFFE3C0A7E}" type="presOf" srcId="{0AC696A0-47B7-49CA-8591-F5D84ECA8EE2}" destId="{295F20AE-7D84-4F08-B42F-E739DF30E6B6}" srcOrd="0" destOrd="0" presId="urn:microsoft.com/office/officeart/2005/8/layout/pyramid1"/>
    <dgm:cxn modelId="{EBAC728F-2645-4774-936D-25BD15F89A1C}" type="presOf" srcId="{0AC696A0-47B7-49CA-8591-F5D84ECA8EE2}" destId="{EBCF5D65-6AA0-45C7-8BF8-8FDB496130E8}" srcOrd="1" destOrd="0" presId="urn:microsoft.com/office/officeart/2005/8/layout/pyramid1"/>
    <dgm:cxn modelId="{FBA270A3-D7C3-499A-93E9-8755784D6A15}" srcId="{84410FB8-8BAF-4A1B-8AC9-EE1E5A62923C}" destId="{0AC696A0-47B7-49CA-8591-F5D84ECA8EE2}" srcOrd="0" destOrd="0" parTransId="{925713D5-FA1D-41AD-A3EA-F719386401FB}" sibTransId="{A5A4EBCD-8F76-40AD-B7A8-03E626EBEDF5}"/>
    <dgm:cxn modelId="{272F063E-E44B-4EB9-ACDE-B7161541A86E}" type="presParOf" srcId="{AD4811A0-90E9-4D7D-89FB-8A8200781AC2}" destId="{4B985F7C-447E-4076-AC30-9FBD1242B479}" srcOrd="0" destOrd="0" presId="urn:microsoft.com/office/officeart/2005/8/layout/pyramid1"/>
    <dgm:cxn modelId="{F092E6DE-38B8-4225-9FC0-8FDCF34C5097}" type="presParOf" srcId="{4B985F7C-447E-4076-AC30-9FBD1242B479}" destId="{295F20AE-7D84-4F08-B42F-E739DF30E6B6}" srcOrd="0" destOrd="0" presId="urn:microsoft.com/office/officeart/2005/8/layout/pyramid1"/>
    <dgm:cxn modelId="{56CC15AF-8349-4729-9BE1-A0F12293FFD9}" type="presParOf" srcId="{4B985F7C-447E-4076-AC30-9FBD1242B479}" destId="{EBCF5D65-6AA0-45C7-8BF8-8FDB496130E8}"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1D1815D-2B18-4E26-8483-2DC26FFA67F0}" type="doc">
      <dgm:prSet loTypeId="urn:microsoft.com/office/officeart/2005/8/layout/process3" loCatId="process" qsTypeId="urn:microsoft.com/office/officeart/2005/8/quickstyle/simple1" qsCatId="simple" csTypeId="urn:microsoft.com/office/officeart/2005/8/colors/colorful2" csCatId="colorful"/>
      <dgm:spPr/>
      <dgm:t>
        <a:bodyPr/>
        <a:lstStyle/>
        <a:p>
          <a:endParaRPr lang="en-US"/>
        </a:p>
      </dgm:t>
    </dgm:pt>
    <dgm:pt modelId="{77AEBEFD-D2E9-4789-B7CE-55BA42F6F38F}">
      <dgm:prSet/>
      <dgm:spPr/>
      <dgm:t>
        <a:bodyPr/>
        <a:lstStyle/>
        <a:p>
          <a:r>
            <a:rPr lang="en-US" b="1" dirty="0"/>
            <a:t>The ultimate goal of our project is to achieve a web-based app that can predict stock movement both for long-term investment as well as short-term investment.</a:t>
          </a:r>
          <a:endParaRPr lang="en-US" dirty="0"/>
        </a:p>
      </dgm:t>
    </dgm:pt>
    <dgm:pt modelId="{17767262-CAD2-4263-A3D5-F00279B2543D}" type="parTrans" cxnId="{30EC7DDB-E97A-46F4-BB34-C17E8E0CA014}">
      <dgm:prSet/>
      <dgm:spPr/>
      <dgm:t>
        <a:bodyPr/>
        <a:lstStyle/>
        <a:p>
          <a:endParaRPr lang="en-US"/>
        </a:p>
      </dgm:t>
    </dgm:pt>
    <dgm:pt modelId="{05E3E304-47C7-4F55-ADF4-73017532CB24}" type="sibTrans" cxnId="{30EC7DDB-E97A-46F4-BB34-C17E8E0CA014}">
      <dgm:prSet/>
      <dgm:spPr/>
      <dgm:t>
        <a:bodyPr/>
        <a:lstStyle/>
        <a:p>
          <a:endParaRPr lang="en-US"/>
        </a:p>
      </dgm:t>
    </dgm:pt>
    <dgm:pt modelId="{45DEABDE-672B-4ED5-89E5-523C56BBC0AB}">
      <dgm:prSet/>
      <dgm:spPr/>
      <dgm:t>
        <a:bodyPr/>
        <a:lstStyle/>
        <a:p>
          <a:r>
            <a:rPr lang="en-US" b="1" dirty="0"/>
            <a:t>The goal for the long-term investment is already achieved</a:t>
          </a:r>
          <a:endParaRPr lang="en-US" dirty="0"/>
        </a:p>
      </dgm:t>
    </dgm:pt>
    <dgm:pt modelId="{1FD7A9CE-10F9-446A-8045-6C1E41DB75E5}" type="parTrans" cxnId="{ABA01F24-C04C-41F0-9241-AC4023FDA022}">
      <dgm:prSet/>
      <dgm:spPr/>
      <dgm:t>
        <a:bodyPr/>
        <a:lstStyle/>
        <a:p>
          <a:endParaRPr lang="en-US"/>
        </a:p>
      </dgm:t>
    </dgm:pt>
    <dgm:pt modelId="{644FBA88-DD7D-49AF-B878-17976ABA28E8}" type="sibTrans" cxnId="{ABA01F24-C04C-41F0-9241-AC4023FDA022}">
      <dgm:prSet/>
      <dgm:spPr/>
      <dgm:t>
        <a:bodyPr/>
        <a:lstStyle/>
        <a:p>
          <a:endParaRPr lang="en-US"/>
        </a:p>
      </dgm:t>
    </dgm:pt>
    <dgm:pt modelId="{17621FE6-BDEB-49DF-8422-87D03433167E}">
      <dgm:prSet/>
      <dgm:spPr/>
      <dgm:t>
        <a:bodyPr/>
        <a:lstStyle/>
        <a:p>
          <a:r>
            <a:rPr lang="en-US" b="1"/>
            <a:t>The goal for tracking precise stock movement, we require more resources and time to achieve our goal</a:t>
          </a:r>
          <a:endParaRPr lang="en-US"/>
        </a:p>
      </dgm:t>
    </dgm:pt>
    <dgm:pt modelId="{FD30511B-73F8-47D4-A06F-4C7747819A15}" type="parTrans" cxnId="{184A616A-3E58-4520-9D21-B2FB5F3C9843}">
      <dgm:prSet/>
      <dgm:spPr/>
      <dgm:t>
        <a:bodyPr/>
        <a:lstStyle/>
        <a:p>
          <a:endParaRPr lang="en-US"/>
        </a:p>
      </dgm:t>
    </dgm:pt>
    <dgm:pt modelId="{2F7BFE4E-87D8-4B13-960D-CD664F0A5CD9}" type="sibTrans" cxnId="{184A616A-3E58-4520-9D21-B2FB5F3C9843}">
      <dgm:prSet/>
      <dgm:spPr/>
      <dgm:t>
        <a:bodyPr/>
        <a:lstStyle/>
        <a:p>
          <a:endParaRPr lang="en-US"/>
        </a:p>
      </dgm:t>
    </dgm:pt>
    <dgm:pt modelId="{B0AEDE9E-D055-4F30-9DF5-C0DCB2AE4B63}" type="pres">
      <dgm:prSet presAssocID="{C1D1815D-2B18-4E26-8483-2DC26FFA67F0}" presName="linearFlow" presStyleCnt="0">
        <dgm:presLayoutVars>
          <dgm:dir/>
          <dgm:animLvl val="lvl"/>
          <dgm:resizeHandles val="exact"/>
        </dgm:presLayoutVars>
      </dgm:prSet>
      <dgm:spPr/>
    </dgm:pt>
    <dgm:pt modelId="{4D625787-E74B-49AF-ACEC-BC4D2B2CF839}" type="pres">
      <dgm:prSet presAssocID="{77AEBEFD-D2E9-4789-B7CE-55BA42F6F38F}" presName="composite" presStyleCnt="0"/>
      <dgm:spPr/>
    </dgm:pt>
    <dgm:pt modelId="{27B46516-6CC3-4ABE-A2D9-3937DE008ED1}" type="pres">
      <dgm:prSet presAssocID="{77AEBEFD-D2E9-4789-B7CE-55BA42F6F38F}" presName="parTx" presStyleLbl="node1" presStyleIdx="0" presStyleCnt="1">
        <dgm:presLayoutVars>
          <dgm:chMax val="0"/>
          <dgm:chPref val="0"/>
          <dgm:bulletEnabled val="1"/>
        </dgm:presLayoutVars>
      </dgm:prSet>
      <dgm:spPr/>
    </dgm:pt>
    <dgm:pt modelId="{2AF8EB23-9BA6-49EB-B1AC-3DD90CC06910}" type="pres">
      <dgm:prSet presAssocID="{77AEBEFD-D2E9-4789-B7CE-55BA42F6F38F}" presName="parSh" presStyleLbl="node1" presStyleIdx="0" presStyleCnt="1"/>
      <dgm:spPr/>
    </dgm:pt>
    <dgm:pt modelId="{036842D8-817C-4E13-8074-702F80C5945C}" type="pres">
      <dgm:prSet presAssocID="{77AEBEFD-D2E9-4789-B7CE-55BA42F6F38F}" presName="desTx" presStyleLbl="fgAcc1" presStyleIdx="0" presStyleCnt="1">
        <dgm:presLayoutVars>
          <dgm:bulletEnabled val="1"/>
        </dgm:presLayoutVars>
      </dgm:prSet>
      <dgm:spPr/>
    </dgm:pt>
  </dgm:ptLst>
  <dgm:cxnLst>
    <dgm:cxn modelId="{ABA01F24-C04C-41F0-9241-AC4023FDA022}" srcId="{77AEBEFD-D2E9-4789-B7CE-55BA42F6F38F}" destId="{45DEABDE-672B-4ED5-89E5-523C56BBC0AB}" srcOrd="0" destOrd="0" parTransId="{1FD7A9CE-10F9-446A-8045-6C1E41DB75E5}" sibTransId="{644FBA88-DD7D-49AF-B878-17976ABA28E8}"/>
    <dgm:cxn modelId="{184A616A-3E58-4520-9D21-B2FB5F3C9843}" srcId="{77AEBEFD-D2E9-4789-B7CE-55BA42F6F38F}" destId="{17621FE6-BDEB-49DF-8422-87D03433167E}" srcOrd="1" destOrd="0" parTransId="{FD30511B-73F8-47D4-A06F-4C7747819A15}" sibTransId="{2F7BFE4E-87D8-4B13-960D-CD664F0A5CD9}"/>
    <dgm:cxn modelId="{0A0A3E4B-5D89-4A05-8CEB-169D82AA3D29}" type="presOf" srcId="{45DEABDE-672B-4ED5-89E5-523C56BBC0AB}" destId="{036842D8-817C-4E13-8074-702F80C5945C}" srcOrd="0" destOrd="0" presId="urn:microsoft.com/office/officeart/2005/8/layout/process3"/>
    <dgm:cxn modelId="{0DE7DD7F-8F53-4990-AB82-CB4D34316B68}" type="presOf" srcId="{77AEBEFD-D2E9-4789-B7CE-55BA42F6F38F}" destId="{27B46516-6CC3-4ABE-A2D9-3937DE008ED1}" srcOrd="0" destOrd="0" presId="urn:microsoft.com/office/officeart/2005/8/layout/process3"/>
    <dgm:cxn modelId="{15A4BB88-75D0-4288-AFB1-2DCD00507FEA}" type="presOf" srcId="{77AEBEFD-D2E9-4789-B7CE-55BA42F6F38F}" destId="{2AF8EB23-9BA6-49EB-B1AC-3DD90CC06910}" srcOrd="1" destOrd="0" presId="urn:microsoft.com/office/officeart/2005/8/layout/process3"/>
    <dgm:cxn modelId="{237F6EA4-6575-48E1-97D5-E2644F9F6CA7}" type="presOf" srcId="{C1D1815D-2B18-4E26-8483-2DC26FFA67F0}" destId="{B0AEDE9E-D055-4F30-9DF5-C0DCB2AE4B63}" srcOrd="0" destOrd="0" presId="urn:microsoft.com/office/officeart/2005/8/layout/process3"/>
    <dgm:cxn modelId="{30EC7DDB-E97A-46F4-BB34-C17E8E0CA014}" srcId="{C1D1815D-2B18-4E26-8483-2DC26FFA67F0}" destId="{77AEBEFD-D2E9-4789-B7CE-55BA42F6F38F}" srcOrd="0" destOrd="0" parTransId="{17767262-CAD2-4263-A3D5-F00279B2543D}" sibTransId="{05E3E304-47C7-4F55-ADF4-73017532CB24}"/>
    <dgm:cxn modelId="{C79BF9DD-24E9-4797-A00B-D604DBB5ED1B}" type="presOf" srcId="{17621FE6-BDEB-49DF-8422-87D03433167E}" destId="{036842D8-817C-4E13-8074-702F80C5945C}" srcOrd="0" destOrd="1" presId="urn:microsoft.com/office/officeart/2005/8/layout/process3"/>
    <dgm:cxn modelId="{A15217A4-95A5-4765-8C2A-4AEB573DD510}" type="presParOf" srcId="{B0AEDE9E-D055-4F30-9DF5-C0DCB2AE4B63}" destId="{4D625787-E74B-49AF-ACEC-BC4D2B2CF839}" srcOrd="0" destOrd="0" presId="urn:microsoft.com/office/officeart/2005/8/layout/process3"/>
    <dgm:cxn modelId="{0938B277-5DAB-48EA-B192-A2461C2B1372}" type="presParOf" srcId="{4D625787-E74B-49AF-ACEC-BC4D2B2CF839}" destId="{27B46516-6CC3-4ABE-A2D9-3937DE008ED1}" srcOrd="0" destOrd="0" presId="urn:microsoft.com/office/officeart/2005/8/layout/process3"/>
    <dgm:cxn modelId="{98D66F44-7EBB-45D8-B0C7-9AC839F4D6A0}" type="presParOf" srcId="{4D625787-E74B-49AF-ACEC-BC4D2B2CF839}" destId="{2AF8EB23-9BA6-49EB-B1AC-3DD90CC06910}" srcOrd="1" destOrd="0" presId="urn:microsoft.com/office/officeart/2005/8/layout/process3"/>
    <dgm:cxn modelId="{CDE35F62-213E-48C0-B668-DD9F5AFE1417}" type="presParOf" srcId="{4D625787-E74B-49AF-ACEC-BC4D2B2CF839}" destId="{036842D8-817C-4E13-8074-702F80C5945C}"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2F4F57B-D5A8-4379-AC1F-E92C74753CDB}" type="doc">
      <dgm:prSet loTypeId="urn:microsoft.com/office/officeart/2005/8/layout/chevronAccent+Icon" loCatId="officeonline" qsTypeId="urn:microsoft.com/office/officeart/2005/8/quickstyle/simple1" qsCatId="simple" csTypeId="urn:microsoft.com/office/officeart/2005/8/colors/colorful2" csCatId="colorful"/>
      <dgm:spPr/>
      <dgm:t>
        <a:bodyPr/>
        <a:lstStyle/>
        <a:p>
          <a:endParaRPr lang="en-US"/>
        </a:p>
      </dgm:t>
    </dgm:pt>
    <dgm:pt modelId="{769EC1C4-8D7E-43EF-8AD6-6432614D3832}">
      <dgm:prSet/>
      <dgm:spPr/>
      <dgm:t>
        <a:bodyPr/>
        <a:lstStyle/>
        <a:p>
          <a:r>
            <a:rPr lang="en-US" b="1" i="1"/>
            <a:t>THANK YOU</a:t>
          </a:r>
          <a:endParaRPr lang="en-US"/>
        </a:p>
      </dgm:t>
    </dgm:pt>
    <dgm:pt modelId="{728294F8-C64B-430B-93A2-1345A08DE2D3}" type="parTrans" cxnId="{808BEE1D-E304-4B47-856A-640E6ED85B83}">
      <dgm:prSet/>
      <dgm:spPr/>
      <dgm:t>
        <a:bodyPr/>
        <a:lstStyle/>
        <a:p>
          <a:endParaRPr lang="en-US"/>
        </a:p>
      </dgm:t>
    </dgm:pt>
    <dgm:pt modelId="{4450F907-5921-4C29-B941-BC4806CA98E4}" type="sibTrans" cxnId="{808BEE1D-E304-4B47-856A-640E6ED85B83}">
      <dgm:prSet/>
      <dgm:spPr/>
      <dgm:t>
        <a:bodyPr/>
        <a:lstStyle/>
        <a:p>
          <a:endParaRPr lang="en-US"/>
        </a:p>
      </dgm:t>
    </dgm:pt>
    <dgm:pt modelId="{2B1DD591-EF9E-4171-A311-9CC09E69065D}" type="pres">
      <dgm:prSet presAssocID="{32F4F57B-D5A8-4379-AC1F-E92C74753CDB}" presName="Name0" presStyleCnt="0">
        <dgm:presLayoutVars>
          <dgm:dir/>
          <dgm:resizeHandles val="exact"/>
        </dgm:presLayoutVars>
      </dgm:prSet>
      <dgm:spPr/>
    </dgm:pt>
    <dgm:pt modelId="{29B8E40A-2DC8-47D0-AE79-4394F0363E62}" type="pres">
      <dgm:prSet presAssocID="{769EC1C4-8D7E-43EF-8AD6-6432614D3832}" presName="composite" presStyleCnt="0"/>
      <dgm:spPr/>
    </dgm:pt>
    <dgm:pt modelId="{FE8A61D4-7A86-47A4-8E40-1370EB0EC02D}" type="pres">
      <dgm:prSet presAssocID="{769EC1C4-8D7E-43EF-8AD6-6432614D3832}" presName="bgChev" presStyleLbl="node1" presStyleIdx="0" presStyleCnt="1"/>
      <dgm:spPr/>
    </dgm:pt>
    <dgm:pt modelId="{4F75C33F-A057-4626-854E-40FEEAE6023E}" type="pres">
      <dgm:prSet presAssocID="{769EC1C4-8D7E-43EF-8AD6-6432614D3832}" presName="txNode" presStyleLbl="fgAcc1" presStyleIdx="0" presStyleCnt="1">
        <dgm:presLayoutVars>
          <dgm:bulletEnabled val="1"/>
        </dgm:presLayoutVars>
      </dgm:prSet>
      <dgm:spPr/>
    </dgm:pt>
  </dgm:ptLst>
  <dgm:cxnLst>
    <dgm:cxn modelId="{808BEE1D-E304-4B47-856A-640E6ED85B83}" srcId="{32F4F57B-D5A8-4379-AC1F-E92C74753CDB}" destId="{769EC1C4-8D7E-43EF-8AD6-6432614D3832}" srcOrd="0" destOrd="0" parTransId="{728294F8-C64B-430B-93A2-1345A08DE2D3}" sibTransId="{4450F907-5921-4C29-B941-BC4806CA98E4}"/>
    <dgm:cxn modelId="{0C977D48-FD80-403B-ACB7-604DAB364871}" type="presOf" srcId="{769EC1C4-8D7E-43EF-8AD6-6432614D3832}" destId="{4F75C33F-A057-4626-854E-40FEEAE6023E}" srcOrd="0" destOrd="0" presId="urn:microsoft.com/office/officeart/2005/8/layout/chevronAccent+Icon"/>
    <dgm:cxn modelId="{0D7DA6F2-689F-4002-B08F-330B75F5961F}" type="presOf" srcId="{32F4F57B-D5A8-4379-AC1F-E92C74753CDB}" destId="{2B1DD591-EF9E-4171-A311-9CC09E69065D}" srcOrd="0" destOrd="0" presId="urn:microsoft.com/office/officeart/2005/8/layout/chevronAccent+Icon"/>
    <dgm:cxn modelId="{793BE44A-B051-48CF-AC1E-E7C704D92990}" type="presParOf" srcId="{2B1DD591-EF9E-4171-A311-9CC09E69065D}" destId="{29B8E40A-2DC8-47D0-AE79-4394F0363E62}" srcOrd="0" destOrd="0" presId="urn:microsoft.com/office/officeart/2005/8/layout/chevronAccent+Icon"/>
    <dgm:cxn modelId="{B60DB3AD-AEE7-4061-B124-20B8BFADB50A}" type="presParOf" srcId="{29B8E40A-2DC8-47D0-AE79-4394F0363E62}" destId="{FE8A61D4-7A86-47A4-8E40-1370EB0EC02D}" srcOrd="0" destOrd="0" presId="urn:microsoft.com/office/officeart/2005/8/layout/chevronAccent+Icon"/>
    <dgm:cxn modelId="{623D105D-00A4-4C53-95F6-8A60DCF59493}" type="presParOf" srcId="{29B8E40A-2DC8-47D0-AE79-4394F0363E62}" destId="{4F75C33F-A057-4626-854E-40FEEAE6023E}" srcOrd="1" destOrd="0" presId="urn:microsoft.com/office/officeart/2005/8/layout/chevronAccent+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83E28A-5680-46D9-8AD4-69E7F106C339}">
      <dsp:nvSpPr>
        <dsp:cNvPr id="0" name=""/>
        <dsp:cNvSpPr/>
      </dsp:nvSpPr>
      <dsp:spPr>
        <a:xfrm>
          <a:off x="0" y="2069856"/>
          <a:ext cx="13705609" cy="2552007"/>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3A6330-65EE-428A-BF9E-7A8741C5367D}">
      <dsp:nvSpPr>
        <dsp:cNvPr id="0" name=""/>
        <dsp:cNvSpPr/>
      </dsp:nvSpPr>
      <dsp:spPr>
        <a:xfrm>
          <a:off x="4147" y="0"/>
          <a:ext cx="2395913" cy="2552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t" anchorCtr="0">
          <a:noAutofit/>
        </a:bodyPr>
        <a:lstStyle/>
        <a:p>
          <a:pPr marL="0" lvl="0" indent="0" algn="ctr" defTabSz="977900">
            <a:lnSpc>
              <a:spcPct val="90000"/>
            </a:lnSpc>
            <a:spcBef>
              <a:spcPct val="0"/>
            </a:spcBef>
            <a:spcAft>
              <a:spcPct val="35000"/>
            </a:spcAft>
            <a:buNone/>
          </a:pPr>
          <a:r>
            <a:rPr lang="en-US" sz="2200" kern="1200" dirty="0"/>
            <a:t>Creating a model that predicts the future price of the stock based on the original everyday closing price of the stock data</a:t>
          </a:r>
        </a:p>
      </dsp:txBody>
      <dsp:txXfrm>
        <a:off x="4147" y="0"/>
        <a:ext cx="2395913" cy="2552007"/>
      </dsp:txXfrm>
    </dsp:sp>
    <dsp:sp modelId="{0BC507AC-8DF6-4C81-BABD-1577354002D4}">
      <dsp:nvSpPr>
        <dsp:cNvPr id="0" name=""/>
        <dsp:cNvSpPr/>
      </dsp:nvSpPr>
      <dsp:spPr>
        <a:xfrm>
          <a:off x="883103" y="2871008"/>
          <a:ext cx="638001" cy="6380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522288-B115-4A6A-9050-F624091A35C0}">
      <dsp:nvSpPr>
        <dsp:cNvPr id="0" name=""/>
        <dsp:cNvSpPr/>
      </dsp:nvSpPr>
      <dsp:spPr>
        <a:xfrm>
          <a:off x="2499741" y="3828010"/>
          <a:ext cx="2940785" cy="2552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t" anchorCtr="0">
          <a:noAutofit/>
        </a:bodyPr>
        <a:lstStyle/>
        <a:p>
          <a:pPr marL="0" lvl="0" indent="0" algn="ctr" defTabSz="977900">
            <a:lnSpc>
              <a:spcPct val="90000"/>
            </a:lnSpc>
            <a:spcBef>
              <a:spcPct val="0"/>
            </a:spcBef>
            <a:spcAft>
              <a:spcPct val="35000"/>
            </a:spcAft>
            <a:buNone/>
          </a:pPr>
          <a:r>
            <a:rPr lang="en-US" sz="2200" kern="1200" dirty="0"/>
            <a:t>Creating a model that predicts the future price of the stock based on the Moving average of 200 days on the stock data</a:t>
          </a:r>
        </a:p>
      </dsp:txBody>
      <dsp:txXfrm>
        <a:off x="2499741" y="3828010"/>
        <a:ext cx="2940785" cy="2552007"/>
      </dsp:txXfrm>
    </dsp:sp>
    <dsp:sp modelId="{ED8A0CD3-51AB-4AE4-BBC6-FF0B075FC1E8}">
      <dsp:nvSpPr>
        <dsp:cNvPr id="0" name=""/>
        <dsp:cNvSpPr/>
      </dsp:nvSpPr>
      <dsp:spPr>
        <a:xfrm>
          <a:off x="3651132" y="2871008"/>
          <a:ext cx="638001" cy="6380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6F541B-90BF-4F20-BD60-D3496A1DF247}">
      <dsp:nvSpPr>
        <dsp:cNvPr id="0" name=""/>
        <dsp:cNvSpPr/>
      </dsp:nvSpPr>
      <dsp:spPr>
        <a:xfrm>
          <a:off x="5540206" y="0"/>
          <a:ext cx="3225990" cy="2552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t" anchorCtr="0">
          <a:noAutofit/>
        </a:bodyPr>
        <a:lstStyle/>
        <a:p>
          <a:pPr marL="0" lvl="0" indent="0" algn="ctr" defTabSz="977900">
            <a:lnSpc>
              <a:spcPct val="90000"/>
            </a:lnSpc>
            <a:spcBef>
              <a:spcPct val="0"/>
            </a:spcBef>
            <a:spcAft>
              <a:spcPct val="35000"/>
            </a:spcAft>
            <a:buNone/>
          </a:pPr>
          <a:r>
            <a:rPr lang="en-US" sz="2200" kern="1200" dirty="0"/>
            <a:t>Creating a model that can predict the future top and bottom price of the stock i.e. The next maximum or minimum stock value before the stock price starts to go down or up respectively</a:t>
          </a:r>
        </a:p>
      </dsp:txBody>
      <dsp:txXfrm>
        <a:off x="5540206" y="0"/>
        <a:ext cx="3225990" cy="2552007"/>
      </dsp:txXfrm>
    </dsp:sp>
    <dsp:sp modelId="{2FD64EFC-4C3A-4ED5-AE70-C1466954D05D}">
      <dsp:nvSpPr>
        <dsp:cNvPr id="0" name=""/>
        <dsp:cNvSpPr/>
      </dsp:nvSpPr>
      <dsp:spPr>
        <a:xfrm>
          <a:off x="6834200" y="2871008"/>
          <a:ext cx="638001" cy="6380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6EE41C-F877-4269-A2A3-5693EA7AB986}">
      <dsp:nvSpPr>
        <dsp:cNvPr id="0" name=""/>
        <dsp:cNvSpPr/>
      </dsp:nvSpPr>
      <dsp:spPr>
        <a:xfrm>
          <a:off x="8876263" y="3828010"/>
          <a:ext cx="3465023" cy="2552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t" anchorCtr="0">
          <a:noAutofit/>
        </a:bodyPr>
        <a:lstStyle/>
        <a:p>
          <a:pPr marL="0" lvl="0" indent="0" algn="ctr" defTabSz="977900">
            <a:lnSpc>
              <a:spcPct val="90000"/>
            </a:lnSpc>
            <a:spcBef>
              <a:spcPct val="0"/>
            </a:spcBef>
            <a:spcAft>
              <a:spcPct val="35000"/>
            </a:spcAft>
            <a:buNone/>
          </a:pPr>
          <a:r>
            <a:rPr lang="en-US" sz="2200" kern="1200" dirty="0"/>
            <a:t>Creating a model that can predict the days between  the future maximum value and the next upcoming minimum value or vice versa.</a:t>
          </a:r>
        </a:p>
      </dsp:txBody>
      <dsp:txXfrm>
        <a:off x="8876263" y="3828010"/>
        <a:ext cx="3465023" cy="2552007"/>
      </dsp:txXfrm>
    </dsp:sp>
    <dsp:sp modelId="{CDA8C2F1-3C16-48FD-8A58-213A9B63E033}">
      <dsp:nvSpPr>
        <dsp:cNvPr id="0" name=""/>
        <dsp:cNvSpPr/>
      </dsp:nvSpPr>
      <dsp:spPr>
        <a:xfrm>
          <a:off x="10279387" y="2871008"/>
          <a:ext cx="638001" cy="6380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7A6272-4FB4-496C-BEC2-2F705DEEADA8}">
      <dsp:nvSpPr>
        <dsp:cNvPr id="0" name=""/>
        <dsp:cNvSpPr/>
      </dsp:nvSpPr>
      <dsp:spPr>
        <a:xfrm>
          <a:off x="7255511" y="278461"/>
          <a:ext cx="7374888" cy="7402547"/>
        </a:xfrm>
        <a:prstGeom prst="donut">
          <a:avLst>
            <a:gd name="adj" fmla="val 11010"/>
          </a:avLst>
        </a:prstGeom>
        <a:solidFill>
          <a:schemeClr val="accent2">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DE5852-B636-40AB-9B20-7C1A4300CD7B}">
      <dsp:nvSpPr>
        <dsp:cNvPr id="0" name=""/>
        <dsp:cNvSpPr/>
      </dsp:nvSpPr>
      <dsp:spPr>
        <a:xfrm>
          <a:off x="21651" y="1591750"/>
          <a:ext cx="9070399" cy="5295156"/>
        </a:xfrm>
        <a:prstGeom prst="rect">
          <a:avLst/>
        </a:prstGeom>
        <a:blipFill>
          <a:blip xmlns:r="http://schemas.openxmlformats.org/officeDocument/2006/relationships" r:embed="rId1"/>
          <a:srcRect/>
          <a:stretch>
            <a:fillRect l="-36000" r="-3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40C9439-C77C-49E1-8302-7B3BF9C8D193}">
      <dsp:nvSpPr>
        <dsp:cNvPr id="0" name=""/>
        <dsp:cNvSpPr/>
      </dsp:nvSpPr>
      <dsp:spPr>
        <a:xfrm>
          <a:off x="8524369" y="1103207"/>
          <a:ext cx="5752209" cy="5773782"/>
        </a:xfrm>
        <a:prstGeom prst="ellipse">
          <a:avLst/>
        </a:prstGeom>
        <a:blipFill dpi="0" rotWithShape="0">
          <a:blip xmlns:r="http://schemas.openxmlformats.org/officeDocument/2006/relationships" r:embed="rId2">
            <a:alphaModFix amt="0"/>
          </a:blip>
          <a:srcRect/>
          <a:tile tx="0" ty="0" sx="100000" sy="100000" flip="none" algn="tl"/>
        </a:blip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644650">
            <a:lnSpc>
              <a:spcPct val="90000"/>
            </a:lnSpc>
            <a:spcBef>
              <a:spcPct val="0"/>
            </a:spcBef>
            <a:spcAft>
              <a:spcPct val="35000"/>
            </a:spcAft>
            <a:buNone/>
          </a:pPr>
          <a:r>
            <a:rPr lang="en-US" sz="3700" kern="1200" dirty="0"/>
            <a:t>Which Model to use?</a:t>
          </a:r>
        </a:p>
        <a:p>
          <a:pPr marL="285750" lvl="1" indent="-285750" algn="ctr" defTabSz="1289050">
            <a:lnSpc>
              <a:spcPct val="90000"/>
            </a:lnSpc>
            <a:spcBef>
              <a:spcPct val="0"/>
            </a:spcBef>
            <a:spcAft>
              <a:spcPct val="15000"/>
            </a:spcAft>
            <a:buNone/>
          </a:pPr>
          <a:r>
            <a:rPr lang="en-US" sz="2900" kern="1200" dirty="0"/>
            <a:t>We have tried using the Linear Regression model for our project work but it is </a:t>
          </a:r>
          <a:r>
            <a:rPr lang="en-US" sz="2900" kern="1200"/>
            <a:t>limited of </a:t>
          </a:r>
          <a:r>
            <a:rPr lang="en-US" sz="2900" kern="1200" dirty="0"/>
            <a:t>capturing simple patterns and hence was not suitable for our project.</a:t>
          </a:r>
        </a:p>
      </dsp:txBody>
      <dsp:txXfrm>
        <a:off x="9366761" y="1948758"/>
        <a:ext cx="4067425" cy="40826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FAF154-E653-41E1-A748-CE64C161FA55}">
      <dsp:nvSpPr>
        <dsp:cNvPr id="0" name=""/>
        <dsp:cNvSpPr/>
      </dsp:nvSpPr>
      <dsp:spPr>
        <a:xfrm>
          <a:off x="0" y="236216"/>
          <a:ext cx="12666518" cy="115127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i="1" u="sng" kern="1200"/>
            <a:t>Importing necessary library packages of python </a:t>
          </a:r>
          <a:endParaRPr lang="en-US" sz="4800" kern="1200"/>
        </a:p>
      </dsp:txBody>
      <dsp:txXfrm>
        <a:off x="56201" y="292417"/>
        <a:ext cx="12554116" cy="1038877"/>
      </dsp:txXfrm>
    </dsp:sp>
    <dsp:sp modelId="{B2785E18-017C-425F-9590-63CEBCE94449}">
      <dsp:nvSpPr>
        <dsp:cNvPr id="0" name=""/>
        <dsp:cNvSpPr/>
      </dsp:nvSpPr>
      <dsp:spPr>
        <a:xfrm>
          <a:off x="0" y="1387496"/>
          <a:ext cx="12666518" cy="4371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2162" tIns="40640" rIns="227584" bIns="40640" numCol="1" spcCol="1270" anchor="t" anchorCtr="0">
          <a:noAutofit/>
        </a:bodyPr>
        <a:lstStyle/>
        <a:p>
          <a:pPr marL="285750" lvl="1" indent="-285750" algn="l" defTabSz="1422400">
            <a:lnSpc>
              <a:spcPct val="90000"/>
            </a:lnSpc>
            <a:spcBef>
              <a:spcPct val="0"/>
            </a:spcBef>
            <a:spcAft>
              <a:spcPct val="20000"/>
            </a:spcAft>
            <a:buChar char="•"/>
          </a:pPr>
          <a:r>
            <a:rPr lang="en-US" sz="3200" b="1" kern="1200" dirty="0"/>
            <a:t>NumPy   --&gt;  	</a:t>
          </a:r>
          <a:r>
            <a:rPr lang="en-US" sz="3200" b="0" kern="1200" dirty="0"/>
            <a:t>For arithmetic operations</a:t>
          </a:r>
        </a:p>
        <a:p>
          <a:pPr marL="285750" lvl="1" indent="-285750" algn="l" defTabSz="1422400">
            <a:lnSpc>
              <a:spcPct val="90000"/>
            </a:lnSpc>
            <a:spcBef>
              <a:spcPct val="0"/>
            </a:spcBef>
            <a:spcAft>
              <a:spcPct val="20000"/>
            </a:spcAft>
            <a:buChar char="•"/>
          </a:pPr>
          <a:r>
            <a:rPr lang="en-US" sz="3200" b="1" kern="1200" dirty="0"/>
            <a:t>Pandas   --&gt;       </a:t>
          </a:r>
          <a:r>
            <a:rPr lang="en-US" sz="3200" b="0" kern="1200" dirty="0"/>
            <a:t>For data manipulation and data analysis</a:t>
          </a:r>
        </a:p>
        <a:p>
          <a:pPr marL="285750" lvl="1" indent="-285750" algn="l" defTabSz="1422400">
            <a:lnSpc>
              <a:spcPct val="90000"/>
            </a:lnSpc>
            <a:spcBef>
              <a:spcPct val="0"/>
            </a:spcBef>
            <a:spcAft>
              <a:spcPct val="20000"/>
            </a:spcAft>
            <a:buChar char="•"/>
          </a:pPr>
          <a:r>
            <a:rPr lang="en-US" sz="3200" b="1" kern="1200" dirty="0"/>
            <a:t>Yfinance --&gt; 	</a:t>
          </a:r>
          <a:r>
            <a:rPr lang="en-US" sz="3200" b="0" kern="1200" dirty="0"/>
            <a:t>For fetching the data from Yahoo Finance</a:t>
          </a:r>
        </a:p>
        <a:p>
          <a:pPr marL="285750" lvl="1" indent="-285750" algn="l" defTabSz="1422400">
            <a:lnSpc>
              <a:spcPct val="90000"/>
            </a:lnSpc>
            <a:spcBef>
              <a:spcPct val="0"/>
            </a:spcBef>
            <a:spcAft>
              <a:spcPct val="20000"/>
            </a:spcAft>
            <a:buChar char="•"/>
          </a:pPr>
          <a:r>
            <a:rPr lang="en-US" sz="3200" b="1" kern="1200" dirty="0"/>
            <a:t>Keras, TensorFlow  </a:t>
          </a:r>
          <a:r>
            <a:rPr lang="en-US" sz="3000" b="1" kern="1200" dirty="0"/>
            <a:t>--&gt;  </a:t>
          </a:r>
          <a:r>
            <a:rPr lang="en-US" sz="3000" b="0" kern="1200" dirty="0"/>
            <a:t>For model creation, Training and Testing of data</a:t>
          </a:r>
        </a:p>
        <a:p>
          <a:pPr marL="285750" lvl="1" indent="-285750" algn="l" defTabSz="1422400">
            <a:lnSpc>
              <a:spcPct val="90000"/>
            </a:lnSpc>
            <a:spcBef>
              <a:spcPct val="0"/>
            </a:spcBef>
            <a:spcAft>
              <a:spcPct val="20000"/>
            </a:spcAft>
            <a:buChar char="•"/>
          </a:pPr>
          <a:r>
            <a:rPr lang="en-US" sz="3200" b="1" kern="1200" dirty="0"/>
            <a:t>Streamlit  --&gt; 	</a:t>
          </a:r>
          <a:r>
            <a:rPr lang="en-US" sz="3200" b="0" kern="1200" dirty="0"/>
            <a:t>For web app implementation</a:t>
          </a:r>
        </a:p>
        <a:p>
          <a:pPr marL="285750" lvl="1" indent="-285750" algn="l" defTabSz="1422400">
            <a:lnSpc>
              <a:spcPct val="90000"/>
            </a:lnSpc>
            <a:spcBef>
              <a:spcPct val="0"/>
            </a:spcBef>
            <a:spcAft>
              <a:spcPct val="20000"/>
            </a:spcAft>
            <a:buChar char="•"/>
          </a:pPr>
          <a:r>
            <a:rPr lang="en-US" sz="3200" b="1" kern="1200" dirty="0"/>
            <a:t>Matplotlib  --&gt;  </a:t>
          </a:r>
          <a:r>
            <a:rPr lang="en-US" sz="3200" b="0" kern="1200" dirty="0"/>
            <a:t>For data visualization</a:t>
          </a:r>
        </a:p>
        <a:p>
          <a:pPr marL="285750" lvl="1" indent="-285750" algn="l" defTabSz="1422400">
            <a:lnSpc>
              <a:spcPct val="90000"/>
            </a:lnSpc>
            <a:spcBef>
              <a:spcPct val="0"/>
            </a:spcBef>
            <a:spcAft>
              <a:spcPct val="20000"/>
            </a:spcAft>
            <a:buChar char="•"/>
          </a:pPr>
          <a:r>
            <a:rPr lang="en-US" sz="3200" b="1" kern="1200" dirty="0"/>
            <a:t>Scikit-learn  --&gt;	 </a:t>
          </a:r>
          <a:r>
            <a:rPr lang="en-US" sz="3200" b="0" kern="1200" dirty="0"/>
            <a:t>For data preprocessing </a:t>
          </a:r>
        </a:p>
        <a:p>
          <a:pPr marL="285750" lvl="1" indent="-285750" algn="l" defTabSz="1422400">
            <a:lnSpc>
              <a:spcPct val="90000"/>
            </a:lnSpc>
            <a:spcBef>
              <a:spcPct val="0"/>
            </a:spcBef>
            <a:spcAft>
              <a:spcPct val="20000"/>
            </a:spcAft>
            <a:buChar char="•"/>
          </a:pPr>
          <a:r>
            <a:rPr lang="en-US" sz="3200" b="1" kern="1200" dirty="0"/>
            <a:t>Shapely --&gt;	 </a:t>
          </a:r>
          <a:r>
            <a:rPr lang="en-US" sz="3200" b="0" kern="1200" dirty="0"/>
            <a:t>For data visualization in web app</a:t>
          </a:r>
        </a:p>
      </dsp:txBody>
      <dsp:txXfrm>
        <a:off x="0" y="1387496"/>
        <a:ext cx="12666518" cy="43718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D85898-7DDF-4ECA-B72A-2B778C5DD50D}">
      <dsp:nvSpPr>
        <dsp:cNvPr id="0" name=""/>
        <dsp:cNvSpPr/>
      </dsp:nvSpPr>
      <dsp:spPr>
        <a:xfrm>
          <a:off x="0" y="0"/>
          <a:ext cx="12844227" cy="68414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Data collection</a:t>
          </a:r>
        </a:p>
      </dsp:txBody>
      <dsp:txXfrm>
        <a:off x="0" y="0"/>
        <a:ext cx="12844227" cy="2052442"/>
      </dsp:txXfrm>
    </dsp:sp>
    <dsp:sp modelId="{EC6A2084-679B-47DE-979E-00994A7A98B0}">
      <dsp:nvSpPr>
        <dsp:cNvPr id="0" name=""/>
        <dsp:cNvSpPr/>
      </dsp:nvSpPr>
      <dsp:spPr>
        <a:xfrm>
          <a:off x="1284422" y="2052442"/>
          <a:ext cx="10275382" cy="444695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95250" rIns="127000" bIns="95250" numCol="1" spcCol="1270" anchor="ctr" anchorCtr="0">
          <a:noAutofit/>
        </a:bodyPr>
        <a:lstStyle/>
        <a:p>
          <a:pPr marL="0" lvl="0" indent="0" algn="ctr" defTabSz="2222500">
            <a:lnSpc>
              <a:spcPct val="90000"/>
            </a:lnSpc>
            <a:spcBef>
              <a:spcPct val="0"/>
            </a:spcBef>
            <a:spcAft>
              <a:spcPct val="35000"/>
            </a:spcAft>
            <a:buNone/>
          </a:pPr>
          <a:r>
            <a:rPr lang="en-US" sz="5000" b="0" kern="1200" dirty="0"/>
            <a:t>We collected data from the official Yahoo Finance site using the yfinance library package in Python with standard parameters from January 1, 1989, to December 31, 2023.</a:t>
          </a:r>
        </a:p>
      </dsp:txBody>
      <dsp:txXfrm>
        <a:off x="1414669" y="2182689"/>
        <a:ext cx="10014888" cy="41864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9CD16-7DBA-4BFB-BEA0-B6F5BC80A8FB}">
      <dsp:nvSpPr>
        <dsp:cNvPr id="0" name=""/>
        <dsp:cNvSpPr/>
      </dsp:nvSpPr>
      <dsp:spPr>
        <a:xfrm>
          <a:off x="1097280" y="0"/>
          <a:ext cx="12435840" cy="5964380"/>
        </a:xfrm>
        <a:prstGeom prst="rightArrow">
          <a:avLst/>
        </a:prstGeom>
        <a:solidFill>
          <a:schemeClr val="accent2">
            <a:tint val="55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C7F0841E-B79C-4293-B563-7F6AA35C96C2}">
      <dsp:nvSpPr>
        <dsp:cNvPr id="0" name=""/>
        <dsp:cNvSpPr/>
      </dsp:nvSpPr>
      <dsp:spPr>
        <a:xfrm>
          <a:off x="7322" y="1789314"/>
          <a:ext cx="3521868" cy="2385752"/>
        </a:xfrm>
        <a:prstGeom prst="roundRect">
          <a:avLst/>
        </a:prstGeom>
        <a:solidFill>
          <a:schemeClr val="accent2">
            <a:shade val="5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b="1" i="0" u="none" kern="1200" dirty="0"/>
            <a:t>Building the LSTM model</a:t>
          </a:r>
        </a:p>
      </dsp:txBody>
      <dsp:txXfrm>
        <a:off x="123785" y="1905777"/>
        <a:ext cx="3288942" cy="2152826"/>
      </dsp:txXfrm>
    </dsp:sp>
    <dsp:sp modelId="{B8F59ABC-D84D-4729-9DA1-7CD93FC43889}">
      <dsp:nvSpPr>
        <dsp:cNvPr id="0" name=""/>
        <dsp:cNvSpPr/>
      </dsp:nvSpPr>
      <dsp:spPr>
        <a:xfrm>
          <a:off x="3705284" y="1789314"/>
          <a:ext cx="3521868" cy="2385752"/>
        </a:xfrm>
        <a:prstGeom prst="roundRect">
          <a:avLst/>
        </a:prstGeom>
        <a:solidFill>
          <a:schemeClr val="accent2">
            <a:shade val="50000"/>
            <a:hueOff val="-295587"/>
            <a:satOff val="3892"/>
            <a:lumOff val="23309"/>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b="1" kern="1200" dirty="0"/>
            <a:t>Feeding the training data to LSTM model</a:t>
          </a:r>
          <a:endParaRPr lang="en-US" sz="3700" kern="1200" dirty="0"/>
        </a:p>
      </dsp:txBody>
      <dsp:txXfrm>
        <a:off x="3821747" y="1905777"/>
        <a:ext cx="3288942" cy="2152826"/>
      </dsp:txXfrm>
    </dsp:sp>
    <dsp:sp modelId="{1691E6CE-189A-4746-856B-65DF3FE17EFA}">
      <dsp:nvSpPr>
        <dsp:cNvPr id="0" name=""/>
        <dsp:cNvSpPr/>
      </dsp:nvSpPr>
      <dsp:spPr>
        <a:xfrm>
          <a:off x="7403247" y="1789314"/>
          <a:ext cx="3521868" cy="2385752"/>
        </a:xfrm>
        <a:prstGeom prst="roundRect">
          <a:avLst/>
        </a:prstGeom>
        <a:solidFill>
          <a:schemeClr val="accent2">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b="1" i="0" u="none" kern="1200" dirty="0"/>
            <a:t>Predicting the test dataset</a:t>
          </a:r>
        </a:p>
      </dsp:txBody>
      <dsp:txXfrm>
        <a:off x="7519710" y="1905777"/>
        <a:ext cx="3288942" cy="2152826"/>
      </dsp:txXfrm>
    </dsp:sp>
    <dsp:sp modelId="{4CACBC29-6A09-400D-8030-2FE668356F21}">
      <dsp:nvSpPr>
        <dsp:cNvPr id="0" name=""/>
        <dsp:cNvSpPr/>
      </dsp:nvSpPr>
      <dsp:spPr>
        <a:xfrm>
          <a:off x="11101209" y="1789314"/>
          <a:ext cx="3521868" cy="2385752"/>
        </a:xfrm>
        <a:prstGeom prst="roundRect">
          <a:avLst/>
        </a:prstGeom>
        <a:solidFill>
          <a:schemeClr val="accent2">
            <a:shade val="50000"/>
            <a:hueOff val="-295587"/>
            <a:satOff val="3892"/>
            <a:lumOff val="23309"/>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b="1" kern="1200" dirty="0"/>
            <a:t>Comparing the prediction with test dataset</a:t>
          </a:r>
          <a:endParaRPr lang="en-US" sz="3700" kern="1200" dirty="0"/>
        </a:p>
      </dsp:txBody>
      <dsp:txXfrm>
        <a:off x="11217672" y="1905777"/>
        <a:ext cx="3288942" cy="215282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1B0FE7-09F9-480F-910E-8A6E47FB51D9}">
      <dsp:nvSpPr>
        <dsp:cNvPr id="0" name=""/>
        <dsp:cNvSpPr/>
      </dsp:nvSpPr>
      <dsp:spPr>
        <a:xfrm rot="16200000">
          <a:off x="5968973" y="-5968973"/>
          <a:ext cx="1383199" cy="13321146"/>
        </a:xfrm>
        <a:prstGeom prst="flowChartManualOperati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0" tIns="0" rIns="275828" bIns="0" numCol="1" spcCol="1270" anchor="ctr" anchorCtr="0">
          <a:noAutofit/>
        </a:bodyPr>
        <a:lstStyle/>
        <a:p>
          <a:pPr marL="0" lvl="0" indent="0" algn="ctr" defTabSz="1911350">
            <a:lnSpc>
              <a:spcPct val="90000"/>
            </a:lnSpc>
            <a:spcBef>
              <a:spcPct val="0"/>
            </a:spcBef>
            <a:spcAft>
              <a:spcPct val="35000"/>
            </a:spcAft>
            <a:buNone/>
          </a:pPr>
          <a:r>
            <a:rPr lang="en-US" sz="4300" b="1" i="1" u="sng" kern="1200" dirty="0"/>
            <a:t>Building the LSTM model and predicting the test dataset</a:t>
          </a:r>
          <a:endParaRPr lang="en-US" sz="4300" kern="1200" dirty="0"/>
        </a:p>
      </dsp:txBody>
      <dsp:txXfrm rot="5400000">
        <a:off x="0" y="276640"/>
        <a:ext cx="13321146" cy="82991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52A3F2-50BA-4D5C-A996-4F16B43B4A8C}">
      <dsp:nvSpPr>
        <dsp:cNvPr id="0" name=""/>
        <dsp:cNvSpPr/>
      </dsp:nvSpPr>
      <dsp:spPr>
        <a:xfrm>
          <a:off x="1279069" y="2086010"/>
          <a:ext cx="12072191" cy="603596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4F23F67-6AFB-4493-AB71-7D382D53E0D3}">
      <dsp:nvSpPr>
        <dsp:cNvPr id="0" name=""/>
        <dsp:cNvSpPr/>
      </dsp:nvSpPr>
      <dsp:spPr>
        <a:xfrm>
          <a:off x="-17" y="1671283"/>
          <a:ext cx="14630434" cy="7306461"/>
        </a:xfrm>
        <a:prstGeom prst="rect">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00C099-99F1-4DAF-8994-C52C73A63C7D}">
      <dsp:nvSpPr>
        <dsp:cNvPr id="0" name=""/>
        <dsp:cNvSpPr/>
      </dsp:nvSpPr>
      <dsp:spPr>
        <a:xfrm>
          <a:off x="1279124" y="800094"/>
          <a:ext cx="12072191" cy="748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0" rIns="148590" bIns="49530" numCol="1" spcCol="1270" anchor="b" anchorCtr="0">
          <a:noAutofit/>
        </a:bodyPr>
        <a:lstStyle/>
        <a:p>
          <a:pPr marL="0" lvl="0" indent="0" algn="l" defTabSz="1733550">
            <a:lnSpc>
              <a:spcPct val="90000"/>
            </a:lnSpc>
            <a:spcBef>
              <a:spcPct val="0"/>
            </a:spcBef>
            <a:spcAft>
              <a:spcPct val="35000"/>
            </a:spcAft>
            <a:buNone/>
          </a:pPr>
          <a:r>
            <a:rPr lang="en-US" sz="3900" b="1" i="1" u="sng" kern="1200" dirty="0"/>
            <a:t>Results of original closing data vs predicted closing data</a:t>
          </a:r>
          <a:endParaRPr lang="en-US" sz="3900" kern="1200" dirty="0"/>
        </a:p>
      </dsp:txBody>
      <dsp:txXfrm>
        <a:off x="1279124" y="800094"/>
        <a:ext cx="12072191" cy="7483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96A0DE-FEF1-4F62-8F0A-008E13E9848A}">
      <dsp:nvSpPr>
        <dsp:cNvPr id="0" name=""/>
        <dsp:cNvSpPr/>
      </dsp:nvSpPr>
      <dsp:spPr>
        <a:xfrm>
          <a:off x="108582" y="0"/>
          <a:ext cx="12569856" cy="4021303"/>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38000" b="-3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1E884-2E59-454F-AE5D-4B7406F8AF85}">
      <dsp:nvSpPr>
        <dsp:cNvPr id="0" name=""/>
        <dsp:cNvSpPr/>
      </dsp:nvSpPr>
      <dsp:spPr>
        <a:xfrm>
          <a:off x="2053399" y="2412781"/>
          <a:ext cx="12569856" cy="4021303"/>
        </a:xfrm>
        <a:prstGeom prst="roundRect">
          <a:avLst>
            <a:gd name="adj" fmla="val 10000"/>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b="1" kern="1200" dirty="0"/>
            <a:t>From the previous prediction, we can forecast the stock price of the moving average of 200 days with acceptable accuracy. Therefore, this prediction can be very useful for long-term investments.</a:t>
          </a:r>
          <a:endParaRPr lang="en-US" sz="4800" kern="1200" dirty="0"/>
        </a:p>
      </dsp:txBody>
      <dsp:txXfrm>
        <a:off x="2171179" y="2530561"/>
        <a:ext cx="12334296" cy="378574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F45767-039E-44DE-B46C-762B94AD47ED}">
      <dsp:nvSpPr>
        <dsp:cNvPr id="0" name=""/>
        <dsp:cNvSpPr/>
      </dsp:nvSpPr>
      <dsp:spPr>
        <a:xfrm rot="5400000">
          <a:off x="6975437" y="-1603265"/>
          <a:ext cx="4309130" cy="8592944"/>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1920" tIns="60960" rIns="121920" bIns="60960" numCol="1" spcCol="1270" anchor="ctr" anchorCtr="0">
          <a:noAutofit/>
        </a:bodyPr>
        <a:lstStyle/>
        <a:p>
          <a:pPr marL="285750" lvl="1" indent="-285750" algn="l" defTabSz="1422400">
            <a:lnSpc>
              <a:spcPct val="90000"/>
            </a:lnSpc>
            <a:spcBef>
              <a:spcPct val="0"/>
            </a:spcBef>
            <a:spcAft>
              <a:spcPct val="15000"/>
            </a:spcAft>
            <a:buChar char="•"/>
          </a:pPr>
          <a:r>
            <a:rPr lang="en-US" sz="3200" b="1" kern="1200" dirty="0"/>
            <a:t>Prediction of future maximum peak price after which it starts to drop again, say ‘tops’ or future minimum lowest price after which the stock starts rising again, say ‘bottoms’.</a:t>
          </a:r>
          <a:endParaRPr lang="en-US" sz="3200" kern="1200" dirty="0"/>
        </a:p>
        <a:p>
          <a:pPr marL="285750" lvl="1" indent="-285750" algn="l" defTabSz="1422400">
            <a:lnSpc>
              <a:spcPct val="90000"/>
            </a:lnSpc>
            <a:spcBef>
              <a:spcPct val="0"/>
            </a:spcBef>
            <a:spcAft>
              <a:spcPct val="15000"/>
            </a:spcAft>
            <a:buChar char="•"/>
          </a:pPr>
          <a:endParaRPr lang="en-US" sz="3200" kern="1200" dirty="0"/>
        </a:p>
        <a:p>
          <a:pPr marL="285750" lvl="1" indent="-285750" algn="l" defTabSz="1422400">
            <a:lnSpc>
              <a:spcPct val="90000"/>
            </a:lnSpc>
            <a:spcBef>
              <a:spcPct val="0"/>
            </a:spcBef>
            <a:spcAft>
              <a:spcPct val="15000"/>
            </a:spcAft>
            <a:buChar char="•"/>
          </a:pPr>
          <a:r>
            <a:rPr lang="en-US" sz="3200" b="1" kern="1200" dirty="0"/>
            <a:t>Prediction of the days between consecutive future  tops and bottoms or future bottoms and tops respectively</a:t>
          </a:r>
          <a:endParaRPr lang="en-US" sz="3200" kern="1200" dirty="0"/>
        </a:p>
      </dsp:txBody>
      <dsp:txXfrm rot="-5400000">
        <a:off x="4833530" y="748996"/>
        <a:ext cx="8382590" cy="3888422"/>
      </dsp:txXfrm>
    </dsp:sp>
    <dsp:sp modelId="{9FC1F383-4DB8-4C32-AE0F-B97FB2C8D90A}">
      <dsp:nvSpPr>
        <dsp:cNvPr id="0" name=""/>
        <dsp:cNvSpPr/>
      </dsp:nvSpPr>
      <dsp:spPr>
        <a:xfrm>
          <a:off x="0" y="0"/>
          <a:ext cx="4833531" cy="5386413"/>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b="1" kern="1200" dirty="0">
              <a:solidFill>
                <a:schemeClr val="accent2">
                  <a:lumMod val="50000"/>
                </a:schemeClr>
              </a:solidFill>
            </a:rPr>
            <a:t>For short-term trading, our main goal is to make a model that can predict two things</a:t>
          </a:r>
          <a:endParaRPr lang="en-US" sz="4800" kern="1200" dirty="0">
            <a:solidFill>
              <a:schemeClr val="accent2">
                <a:lumMod val="50000"/>
              </a:schemeClr>
            </a:solidFill>
          </a:endParaRPr>
        </a:p>
      </dsp:txBody>
      <dsp:txXfrm>
        <a:off x="235954" y="235954"/>
        <a:ext cx="4361623" cy="491450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2E86BA-A77A-4782-9879-1FA1E734AB34}">
      <dsp:nvSpPr>
        <dsp:cNvPr id="0" name=""/>
        <dsp:cNvSpPr/>
      </dsp:nvSpPr>
      <dsp:spPr>
        <a:xfrm>
          <a:off x="908201" y="0"/>
          <a:ext cx="4274456" cy="2849627"/>
        </a:xfrm>
        <a:prstGeom prst="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659" t="2507" r="-659" b="2507"/>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0EC28F-C839-42A9-BD3C-39C987ACFCA3}">
      <dsp:nvSpPr>
        <dsp:cNvPr id="0" name=""/>
        <dsp:cNvSpPr/>
      </dsp:nvSpPr>
      <dsp:spPr>
        <a:xfrm>
          <a:off x="5361130" y="3027820"/>
          <a:ext cx="6055850" cy="3740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6220" tIns="236220" rIns="236220" bIns="236220" numCol="1" spcCol="1270" anchor="ctr" anchorCtr="0">
          <a:noAutofit/>
        </a:bodyPr>
        <a:lstStyle/>
        <a:p>
          <a:pPr marL="0" lvl="0" indent="0" algn="ctr" defTabSz="2755900">
            <a:lnSpc>
              <a:spcPct val="90000"/>
            </a:lnSpc>
            <a:spcBef>
              <a:spcPct val="0"/>
            </a:spcBef>
            <a:spcAft>
              <a:spcPct val="35000"/>
            </a:spcAft>
            <a:buNone/>
          </a:pPr>
          <a:r>
            <a:rPr lang="en-US" sz="6200" b="1" kern="1200" dirty="0"/>
            <a:t>Prediction of future ‘Tops’ or future ‘Bottoms’.</a:t>
          </a:r>
          <a:endParaRPr lang="en-US" sz="6200" kern="1200" dirty="0"/>
        </a:p>
      </dsp:txBody>
      <dsp:txXfrm>
        <a:off x="5361130" y="3027820"/>
        <a:ext cx="6055850" cy="3740591"/>
      </dsp:txXfrm>
    </dsp:sp>
    <dsp:sp modelId="{B37268E8-7501-443F-9DAD-C70D7720CA40}">
      <dsp:nvSpPr>
        <dsp:cNvPr id="0" name=""/>
        <dsp:cNvSpPr/>
      </dsp:nvSpPr>
      <dsp:spPr>
        <a:xfrm>
          <a:off x="4826823" y="2493971"/>
          <a:ext cx="1454379" cy="1454755"/>
        </a:xfrm>
        <a:prstGeom prst="halfFrame">
          <a:avLst>
            <a:gd name="adj1" fmla="val 25770"/>
            <a:gd name="adj2" fmla="val 257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DD858D-3983-49FB-89FC-C43A54F73CB5}">
      <dsp:nvSpPr>
        <dsp:cNvPr id="0" name=""/>
        <dsp:cNvSpPr/>
      </dsp:nvSpPr>
      <dsp:spPr>
        <a:xfrm rot="5400000">
          <a:off x="10538843" y="2494159"/>
          <a:ext cx="1454755" cy="1454379"/>
        </a:xfrm>
        <a:prstGeom prst="halfFrame">
          <a:avLst>
            <a:gd name="adj1" fmla="val 25770"/>
            <a:gd name="adj2" fmla="val 257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FF2525-FEC7-4B6B-ADB2-CF91EB9899B5}">
      <dsp:nvSpPr>
        <dsp:cNvPr id="0" name=""/>
        <dsp:cNvSpPr/>
      </dsp:nvSpPr>
      <dsp:spPr>
        <a:xfrm rot="16200000">
          <a:off x="4826635" y="5848423"/>
          <a:ext cx="1454755" cy="1454379"/>
        </a:xfrm>
        <a:prstGeom prst="halfFrame">
          <a:avLst>
            <a:gd name="adj1" fmla="val 25770"/>
            <a:gd name="adj2" fmla="val 257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948E5B-C5FC-441E-ACC9-BC8AD6F85A96}">
      <dsp:nvSpPr>
        <dsp:cNvPr id="0" name=""/>
        <dsp:cNvSpPr/>
      </dsp:nvSpPr>
      <dsp:spPr>
        <a:xfrm rot="10800000">
          <a:off x="10539031" y="5848235"/>
          <a:ext cx="1454379" cy="1454755"/>
        </a:xfrm>
        <a:prstGeom prst="halfFrame">
          <a:avLst>
            <a:gd name="adj1" fmla="val 25770"/>
            <a:gd name="adj2" fmla="val 257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2E86BA-A77A-4782-9879-1FA1E734AB34}">
      <dsp:nvSpPr>
        <dsp:cNvPr id="0" name=""/>
        <dsp:cNvSpPr/>
      </dsp:nvSpPr>
      <dsp:spPr>
        <a:xfrm>
          <a:off x="618228" y="3551"/>
          <a:ext cx="5745431" cy="2835642"/>
        </a:xfrm>
        <a:prstGeom prst="rect">
          <a:avLst/>
        </a:prstGeom>
        <a:blipFill>
          <a:blip xmlns:r="http://schemas.openxmlformats.org/officeDocument/2006/relationships" r:embed="rId1"/>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0EC28F-C839-42A9-BD3C-39C987ACFCA3}">
      <dsp:nvSpPr>
        <dsp:cNvPr id="0" name=""/>
        <dsp:cNvSpPr/>
      </dsp:nvSpPr>
      <dsp:spPr>
        <a:xfrm>
          <a:off x="5795280" y="3016513"/>
          <a:ext cx="6026131" cy="3722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ctr" defTabSz="2400300">
            <a:lnSpc>
              <a:spcPct val="90000"/>
            </a:lnSpc>
            <a:spcBef>
              <a:spcPct val="0"/>
            </a:spcBef>
            <a:spcAft>
              <a:spcPct val="35000"/>
            </a:spcAft>
            <a:buNone/>
          </a:pPr>
          <a:r>
            <a:rPr lang="en-US" sz="5400" b="1" kern="1200" dirty="0"/>
            <a:t>Prediction of the days between consecutive future  tops and bottoms and vice versa</a:t>
          </a:r>
          <a:endParaRPr lang="en-US" sz="5400" kern="1200" dirty="0"/>
        </a:p>
      </dsp:txBody>
      <dsp:txXfrm>
        <a:off x="5795280" y="3016513"/>
        <a:ext cx="6026131" cy="3722235"/>
      </dsp:txXfrm>
    </dsp:sp>
    <dsp:sp modelId="{B37268E8-7501-443F-9DAD-C70D7720CA40}">
      <dsp:nvSpPr>
        <dsp:cNvPr id="0" name=""/>
        <dsp:cNvSpPr/>
      </dsp:nvSpPr>
      <dsp:spPr>
        <a:xfrm>
          <a:off x="5263594" y="2485284"/>
          <a:ext cx="1447242" cy="1447616"/>
        </a:xfrm>
        <a:prstGeom prst="halfFrame">
          <a:avLst>
            <a:gd name="adj1" fmla="val 25770"/>
            <a:gd name="adj2" fmla="val 257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DD858D-3983-49FB-89FC-C43A54F73CB5}">
      <dsp:nvSpPr>
        <dsp:cNvPr id="0" name=""/>
        <dsp:cNvSpPr/>
      </dsp:nvSpPr>
      <dsp:spPr>
        <a:xfrm rot="5400000">
          <a:off x="10947584" y="2485471"/>
          <a:ext cx="1447616" cy="1447242"/>
        </a:xfrm>
        <a:prstGeom prst="halfFrame">
          <a:avLst>
            <a:gd name="adj1" fmla="val 25770"/>
            <a:gd name="adj2" fmla="val 257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FF2525-FEC7-4B6B-ADB2-CF91EB9899B5}">
      <dsp:nvSpPr>
        <dsp:cNvPr id="0" name=""/>
        <dsp:cNvSpPr/>
      </dsp:nvSpPr>
      <dsp:spPr>
        <a:xfrm rot="16200000">
          <a:off x="5263407" y="5823274"/>
          <a:ext cx="1447616" cy="1447242"/>
        </a:xfrm>
        <a:prstGeom prst="halfFrame">
          <a:avLst>
            <a:gd name="adj1" fmla="val 25770"/>
            <a:gd name="adj2" fmla="val 257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948E5B-C5FC-441E-ACC9-BC8AD6F85A96}">
      <dsp:nvSpPr>
        <dsp:cNvPr id="0" name=""/>
        <dsp:cNvSpPr/>
      </dsp:nvSpPr>
      <dsp:spPr>
        <a:xfrm rot="10800000">
          <a:off x="10947771" y="5823087"/>
          <a:ext cx="1447242" cy="1447616"/>
        </a:xfrm>
        <a:prstGeom prst="halfFrame">
          <a:avLst>
            <a:gd name="adj1" fmla="val 25770"/>
            <a:gd name="adj2" fmla="val 257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5F20AE-7D84-4F08-B42F-E739DF30E6B6}">
      <dsp:nvSpPr>
        <dsp:cNvPr id="0" name=""/>
        <dsp:cNvSpPr/>
      </dsp:nvSpPr>
      <dsp:spPr>
        <a:xfrm>
          <a:off x="0" y="0"/>
          <a:ext cx="14557664" cy="8229599"/>
        </a:xfrm>
        <a:prstGeom prst="trapezoid">
          <a:avLst>
            <a:gd name="adj" fmla="val 88447"/>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7000" tIns="127000" rIns="127000" bIns="127000" numCol="1" spcCol="1270" anchor="ctr" anchorCtr="0">
          <a:noAutofit/>
        </a:bodyPr>
        <a:lstStyle/>
        <a:p>
          <a:pPr marL="0" lvl="0" indent="0" algn="ctr" defTabSz="4445000">
            <a:lnSpc>
              <a:spcPct val="90000"/>
            </a:lnSpc>
            <a:spcBef>
              <a:spcPct val="0"/>
            </a:spcBef>
            <a:spcAft>
              <a:spcPct val="35000"/>
            </a:spcAft>
            <a:buNone/>
          </a:pPr>
          <a:r>
            <a:rPr lang="en-US" sz="10000" b="1" kern="1200" dirty="0">
              <a:solidFill>
                <a:schemeClr val="accent6">
                  <a:lumMod val="50000"/>
                </a:schemeClr>
              </a:solidFill>
            </a:rPr>
            <a:t>FUTURE OF OUR PROJECT</a:t>
          </a:r>
          <a:endParaRPr lang="en-US" sz="10000" kern="1200" dirty="0">
            <a:solidFill>
              <a:schemeClr val="accent6">
                <a:lumMod val="50000"/>
              </a:schemeClr>
            </a:solidFill>
          </a:endParaRPr>
        </a:p>
      </dsp:txBody>
      <dsp:txXfrm>
        <a:off x="0" y="0"/>
        <a:ext cx="14557664" cy="822959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F8EB23-9BA6-49EB-B1AC-3DD90CC06910}">
      <dsp:nvSpPr>
        <dsp:cNvPr id="0" name=""/>
        <dsp:cNvSpPr/>
      </dsp:nvSpPr>
      <dsp:spPr>
        <a:xfrm>
          <a:off x="0" y="105726"/>
          <a:ext cx="11453274" cy="395418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7368" tIns="277368" rIns="277368" bIns="148590" numCol="1" spcCol="1270" anchor="t" anchorCtr="0">
          <a:noAutofit/>
        </a:bodyPr>
        <a:lstStyle/>
        <a:p>
          <a:pPr marL="0" lvl="0" indent="0" algn="l" defTabSz="1733550">
            <a:lnSpc>
              <a:spcPct val="90000"/>
            </a:lnSpc>
            <a:spcBef>
              <a:spcPct val="0"/>
            </a:spcBef>
            <a:spcAft>
              <a:spcPct val="35000"/>
            </a:spcAft>
            <a:buNone/>
          </a:pPr>
          <a:r>
            <a:rPr lang="en-US" sz="3900" b="1" kern="1200" dirty="0"/>
            <a:t>The ultimate goal of our project is to achieve a web-based app that can predict stock movement both for long-term investment as well as short-term investment.</a:t>
          </a:r>
          <a:endParaRPr lang="en-US" sz="3900" kern="1200" dirty="0"/>
        </a:p>
      </dsp:txBody>
      <dsp:txXfrm>
        <a:off x="0" y="105726"/>
        <a:ext cx="11453274" cy="2636123"/>
      </dsp:txXfrm>
    </dsp:sp>
    <dsp:sp modelId="{036842D8-817C-4E13-8074-702F80C5945C}">
      <dsp:nvSpPr>
        <dsp:cNvPr id="0" name=""/>
        <dsp:cNvSpPr/>
      </dsp:nvSpPr>
      <dsp:spPr>
        <a:xfrm>
          <a:off x="2345851" y="2741850"/>
          <a:ext cx="11453274" cy="3580200"/>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7368" tIns="277368" rIns="277368" bIns="277368" numCol="1" spcCol="1270" anchor="t" anchorCtr="0">
          <a:noAutofit/>
        </a:bodyPr>
        <a:lstStyle/>
        <a:p>
          <a:pPr marL="285750" lvl="1" indent="-285750" algn="l" defTabSz="1733550">
            <a:lnSpc>
              <a:spcPct val="90000"/>
            </a:lnSpc>
            <a:spcBef>
              <a:spcPct val="0"/>
            </a:spcBef>
            <a:spcAft>
              <a:spcPct val="15000"/>
            </a:spcAft>
            <a:buChar char="•"/>
          </a:pPr>
          <a:r>
            <a:rPr lang="en-US" sz="3900" b="1" kern="1200" dirty="0"/>
            <a:t>The goal for the long-term investment is already achieved</a:t>
          </a:r>
          <a:endParaRPr lang="en-US" sz="3900" kern="1200" dirty="0"/>
        </a:p>
        <a:p>
          <a:pPr marL="285750" lvl="1" indent="-285750" algn="l" defTabSz="1733550">
            <a:lnSpc>
              <a:spcPct val="90000"/>
            </a:lnSpc>
            <a:spcBef>
              <a:spcPct val="0"/>
            </a:spcBef>
            <a:spcAft>
              <a:spcPct val="15000"/>
            </a:spcAft>
            <a:buChar char="•"/>
          </a:pPr>
          <a:r>
            <a:rPr lang="en-US" sz="3900" b="1" kern="1200"/>
            <a:t>The goal for tracking precise stock movement, we require more resources and time to achieve our goal</a:t>
          </a:r>
          <a:endParaRPr lang="en-US" sz="3900" kern="1200"/>
        </a:p>
      </dsp:txBody>
      <dsp:txXfrm>
        <a:off x="2450711" y="2846710"/>
        <a:ext cx="11243554" cy="337048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8A61D4-7A86-47A4-8E40-1370EB0EC02D}">
      <dsp:nvSpPr>
        <dsp:cNvPr id="0" name=""/>
        <dsp:cNvSpPr/>
      </dsp:nvSpPr>
      <dsp:spPr>
        <a:xfrm>
          <a:off x="0" y="1084802"/>
          <a:ext cx="13167360" cy="5082600"/>
        </a:xfrm>
        <a:prstGeom prst="chevron">
          <a:avLst>
            <a:gd name="adj" fmla="val 4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75C33F-A057-4626-854E-40FEEAE6023E}">
      <dsp:nvSpPr>
        <dsp:cNvPr id="0" name=""/>
        <dsp:cNvSpPr/>
      </dsp:nvSpPr>
      <dsp:spPr>
        <a:xfrm>
          <a:off x="3511295" y="2355452"/>
          <a:ext cx="11119104" cy="5082600"/>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62280" tIns="462280" rIns="462280" bIns="462280" numCol="1" spcCol="1270" anchor="ctr" anchorCtr="0">
          <a:noAutofit/>
        </a:bodyPr>
        <a:lstStyle/>
        <a:p>
          <a:pPr marL="0" lvl="0" indent="0" algn="ctr" defTabSz="2889250">
            <a:lnSpc>
              <a:spcPct val="90000"/>
            </a:lnSpc>
            <a:spcBef>
              <a:spcPct val="0"/>
            </a:spcBef>
            <a:spcAft>
              <a:spcPct val="35000"/>
            </a:spcAft>
            <a:buNone/>
          </a:pPr>
          <a:r>
            <a:rPr lang="en-US" sz="6500" b="1" i="1" kern="1200"/>
            <a:t>THANK YOU</a:t>
          </a:r>
          <a:endParaRPr lang="en-US" sz="6500" kern="1200"/>
        </a:p>
      </dsp:txBody>
      <dsp:txXfrm>
        <a:off x="3660159" y="2504316"/>
        <a:ext cx="10821376" cy="478487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AlternatingPictureCircles">
  <dgm:title val=""/>
  <dgm:desc val=""/>
  <dgm:catLst>
    <dgm:cat type="picture" pri="17000"/>
    <dgm:cat type="pictureconvert" pri="1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3" destOrd="0"/>
      </dgm:cxnLst>
      <dgm:bg/>
      <dgm:whole/>
    </dgm:dataModel>
  </dgm:clrData>
  <dgm:layoutNode name="Name0">
    <dgm:varLst>
      <dgm:chMax/>
      <dgm:chPref/>
      <dgm:dir/>
    </dgm:varLst>
    <dgm:alg type="lin">
      <dgm:param type="linDir" val="fromT"/>
      <dgm:param type="fallback" val="2D"/>
      <dgm:param type="horzAlign" val="ctr"/>
      <dgm:param type="nodeVertAlign" val="t"/>
    </dgm:alg>
    <dgm:shape xmlns:r="http://schemas.openxmlformats.org/officeDocument/2006/relationships" r:blip="">
      <dgm:adjLst/>
    </dgm:shape>
    <dgm:choose name="Name1">
      <dgm:if name="Name2" axis="ch" ptType="node" func="cnt" op="gte" val="2">
        <dgm:constrLst>
          <dgm:constr type="primFontSz" for="des" ptType="node" op="equ" val="65"/>
          <dgm:constr type="w" for="ch" forName="composite" refType="h" refFor="ch" refForName="composite" fact="2.9499"/>
          <dgm:constr type="h" for="ch" forName="composite" refType="h"/>
          <dgm:constr type="h" for="ch" forName="ConnectorComposite" refType="w" refFor="ch" refForName="composite" op="equ" fact="0.1685"/>
          <dgm:constr type="w" for="ch" forName="ConnectorComposite" refType="h" refFor="ch" refForName="ConnectorComposite" op="equ"/>
        </dgm:constrLst>
      </dgm:if>
      <dgm:else name="Name3">
        <dgm:constrLst>
          <dgm:constr type="primFontSz" for="des" ptType="node" op="equ" val="65"/>
          <dgm:constr type="w" for="ch" forName="composite" refType="h" refFor="ch" refForName="composite" fact="1.9752"/>
          <dgm:constr type="h" for="ch" forName="composite" refType="h"/>
          <dgm:constr type="h" for="ch" forName="ConnectorComposite" refType="w" refFor="ch" refForName="composite" op="equ" fact="0.1685"/>
          <dgm:constr type="w" for="ch" forName="ConnectorComposite" refType="h" refFor="ch" refForName="ConnectorComposite" op="equ"/>
        </dgm:constrLst>
      </dgm:else>
    </dgm:choose>
    <dgm:forEach name="nodesForEach" axis="ch" ptType="node">
      <dgm:layoutNode name="composite">
        <dgm:alg type="composite"/>
        <dgm:shape xmlns:r="http://schemas.openxmlformats.org/officeDocument/2006/relationships" r:blip="">
          <dgm:adjLst/>
        </dgm:shape>
        <dgm:choose name="Name4">
          <dgm:if name="Name5" axis="precedSib" ptType="sibTrans" func="cnt" op="lte" val="0">
            <dgm:choose name="Name6">
              <dgm:if name="Name7" axis="followSib" ptType="sibTrans" func="cnt" op="lte" val="0">
                <dgm:choose name="Name8">
                  <dgm:if name="Name9" func="var" arg="dir" op="equ" val="norm">
                    <dgm:constrLst>
                      <dgm:constr type="l" for="ch" forName="Accent" refType="w" fact="0.4937"/>
                      <dgm:constr type="t" for="ch" forName="Accent" refType="h" fact="0"/>
                      <dgm:constr type="h" for="ch" forName="Accent" refType="w" refFor="ch" refForName="Accent"/>
                      <dgm:constr type="w" for="ch" forName="Accent" refType="w" fact="0.5063"/>
                      <dgm:constr type="l" for="ch" forName="Parent" refType="w" fact="0.5494"/>
                      <dgm:constr type="t" for="ch" forName="Parent" refType="h" fact="0.11"/>
                      <dgm:constr type="h" for="ch" forName="Parent" refType="w" refFor="ch" refForName="Parent"/>
                      <dgm:constr type="w" for="ch" forName="Parent" refType="w" fact="0.3949"/>
                      <dgm:constr type="l" for="ch" forName="Image" refType="w" fact="0"/>
                      <dgm:constr type="t" for="ch" forName="Image" refType="h" fact="0.035"/>
                      <dgm:constr type="h" for="ch" forName="Image" refType="h" fact="0.93"/>
                      <dgm:constr type="w" for="ch" forName="Image" refType="w" fact="0.6227"/>
                    </dgm:constrLst>
                  </dgm:if>
                  <dgm:else name="Name10">
                    <dgm:constrLst>
                      <dgm:constr type="l" for="ch" forName="Accent" refType="w" fact="0"/>
                      <dgm:constr type="t" for="ch" forName="Accent" refType="h" fact="0"/>
                      <dgm:constr type="h" for="ch" forName="Accent" refType="w" refFor="ch" refForName="Accent"/>
                      <dgm:constr type="w" for="ch" forName="Accent" refType="w" fact="0.5063"/>
                      <dgm:constr type="l" for="ch" forName="Parent" refType="w" fact="0.0557"/>
                      <dgm:constr type="t" for="ch" forName="Parent" refType="h" fact="0.11"/>
                      <dgm:constr type="h" for="ch" forName="Parent" refType="w" refFor="ch" refForName="Parent"/>
                      <dgm:constr type="w" for="ch" forName="Parent" refType="w" fact="0.3949"/>
                      <dgm:constr type="l" for="ch" forName="Image" refType="w" fact="0.3773"/>
                      <dgm:constr type="t" for="ch" forName="Image" refType="h" fact="0.035"/>
                      <dgm:constr type="h" for="ch" forName="Image" refType="h" fact="0.93"/>
                      <dgm:constr type="w" for="ch" forName="Image" refType="w" fact="0.6227"/>
                    </dgm:constrLst>
                  </dgm:else>
                </dgm:choose>
              </dgm:if>
              <dgm:else name="Name11">
                <dgm:choose name="Name12">
                  <dgm:if name="Name13" func="var" arg="dir" op="equ" val="norm">
                    <dgm:choose name="Name14">
                      <dgm:if name="Name15"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if>
                      <dgm:else name="Name16">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else>
                    </dgm:choose>
                  </dgm:if>
                  <dgm:else name="Name17">
                    <dgm:choose name="Name18">
                      <dgm:if name="Name19"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if>
                      <dgm:else name="Name20">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else>
                    </dgm:choose>
                  </dgm:else>
                </dgm:choose>
              </dgm:else>
            </dgm:choose>
          </dgm:if>
          <dgm:else name="Name21">
            <dgm:choose name="Name22">
              <dgm:if name="Name23" func="var" arg="dir" op="equ" val="norm">
                <dgm:choose name="Name24">
                  <dgm:if name="Name25"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if>
                  <dgm:else name="Name26">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else>
                </dgm:choose>
              </dgm:if>
              <dgm:else name="Name27">
                <dgm:choose name="Name28">
                  <dgm:if name="Name29"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if>
                  <dgm:else name="Name30">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else>
                </dgm:choose>
              </dgm:else>
            </dgm:choose>
          </dgm:else>
        </dgm:choose>
        <dgm:layoutNode name="Accent" styleLbl="alignNode1">
          <dgm:varLst>
            <dgm:chMax val="0"/>
            <dgm:chPref val="0"/>
          </dgm:varLst>
          <dgm:alg type="sp"/>
          <dgm:shape xmlns:r="http://schemas.openxmlformats.org/officeDocument/2006/relationships" type="donut" r:blip="">
            <dgm:adjLst>
              <dgm:adj idx="1" val="0.1101"/>
            </dgm:adjLst>
          </dgm:shape>
          <dgm:presOf/>
        </dgm:layoutNode>
        <dgm:layoutNode name="Image" styleLbl="bgImgPlace1">
          <dgm:varLst>
            <dgm:chMax val="0"/>
            <dgm:chPref val="0"/>
            <dgm:bulletEnabled val="1"/>
          </dgm:varLst>
          <dgm:alg type="sp"/>
          <dgm:shape xmlns:r="http://schemas.openxmlformats.org/officeDocument/2006/relationships" type="rect" r:blip="" blipPhldr="1">
            <dgm:adjLst/>
          </dgm:shape>
          <dgm:presOf/>
        </dgm:layoutNode>
        <dgm:layoutNode name="Parent" styleLbl="fgAccFollowNode1">
          <dgm:varLst>
            <dgm:chMax val="0"/>
            <dgm:chPref val="0"/>
            <dgm:bulletEnabled val="1"/>
          </dgm:varLst>
          <dgm:alg type="tx">
            <dgm:param type="txAnchorVertCh" val="mid"/>
          </dgm:alg>
          <dgm:shape xmlns:r="http://schemas.openxmlformats.org/officeDocument/2006/relationships" type="ellipse"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Space">
          <dgm:varLst>
            <dgm:chMax val="0"/>
            <dgm:chPref val="0"/>
          </dgm:varLst>
          <dgm:alg type="sp"/>
          <dgm:shape xmlns:r="http://schemas.openxmlformats.org/officeDocument/2006/relationships" r:blip="">
            <dgm:adjLst/>
          </dgm:shape>
          <dgm:presOf/>
        </dgm:layoutNode>
      </dgm:layoutNode>
      <dgm:forEach name="Name31" axis="followSib" ptType="sibTrans" cnt="1">
        <dgm:layoutNode name="ConnectorComposite">
          <dgm:alg type="composite">
            <dgm:param type="ar" val=".4"/>
          </dgm:alg>
          <dgm:shape xmlns:r="http://schemas.openxmlformats.org/officeDocument/2006/relationships" r:blip="">
            <dgm:adjLst/>
          </dgm:shape>
          <dgm:constrLst>
            <dgm:constr type="l" for="ch" forName="TopSpacing" refType="w" fact="0"/>
            <dgm:constr type="t" for="ch" forName="TopSpacing" refType="h" fact="0"/>
            <dgm:constr type="h" for="ch" forName="TopSpacing" refType="h" fact="0.3"/>
            <dgm:constr type="w" for="ch" forName="TopSpacing" refType="w"/>
            <dgm:constr type="l" for="ch" forName="Connector" refType="w" fact="0"/>
            <dgm:constr type="t" for="ch" forName="Connector" refType="h" fact="0.3"/>
            <dgm:constr type="h" for="ch" forName="Connector" refType="h" fact="0.4"/>
            <dgm:constr type="w" for="ch" forName="Connector" refType="h" refFor="ch" refForName="Connector"/>
            <dgm:constr type="l" for="ch" forName="BottomSpacing" refType="w" fact="0"/>
            <dgm:constr type="t" for="ch" forName="BottomSpacing" refType="h" fact="0.7"/>
            <dgm:constr type="h" for="ch" forName="BottomSpacing" refType="h" fact="0.3"/>
            <dgm:constr type="w" for="ch" forName="BottomSpacing" refType="w"/>
          </dgm:constrLst>
          <dgm:layoutNode name="TopSpacing">
            <dgm:alg type="sp"/>
            <dgm:shape xmlns:r="http://schemas.openxmlformats.org/officeDocument/2006/relationships" r:blip="">
              <dgm:adjLst/>
            </dgm:shape>
          </dgm:layoutNode>
          <dgm:layoutNode name="Connector" styleLbl="alignNode1">
            <dgm:alg type="sp"/>
            <dgm:shape xmlns:r="http://schemas.openxmlformats.org/officeDocument/2006/relationships" type="flowChartConnector" r:blip="">
              <dgm:adjLst/>
            </dgm:shape>
            <dgm:presOf/>
          </dgm:layoutNode>
          <dgm:layoutNode name="BottomSpacing">
            <dgm:alg type="sp"/>
            <dgm:shape xmlns:r="http://schemas.openxmlformats.org/officeDocument/2006/relationships" r:blip="">
              <dgm:adjLst/>
            </dgm:shape>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1/layout/ThemePictureGrid">
  <dgm:title val="Theme Picture Grid"/>
  <dgm:desc val="Use to show a group of pictures with the first picture being the largest. Can contain up to five Level 1 pictures.  Unused pictures do not appear, but remain available if you switch layouts. Works best with small amounts of corresponding text."/>
  <dgm:catLst>
    <dgm:cat type="picture" pri="13500"/>
    <dgm:cat type="officeonline" pri="8000"/>
  </dgm:catLst>
  <dgm:sampData>
    <dgm:dataModel>
      <dgm:ptLst>
        <dgm:pt modelId="0" type="doc"/>
        <dgm:pt modelId="10">
          <dgm:prSet phldr="1"/>
        </dgm:pt>
        <dgm:pt modelId="20">
          <dgm:prSet phldr="1"/>
        </dgm:pt>
        <dgm:pt modelId="30">
          <dgm:prSet phldr="1"/>
        </dgm:pt>
        <dgm:pt modelId="70">
          <dgm:prSet phldr="1"/>
        </dgm:pt>
        <dgm:pt modelId="80">
          <dgm:prSet phldr="1"/>
        </dgm:pt>
      </dgm:ptLst>
      <dgm:cxnLst>
        <dgm:cxn modelId="40" srcId="0" destId="10" srcOrd="0" destOrd="0"/>
        <dgm:cxn modelId="50" srcId="0" destId="20" srcOrd="1" destOrd="0"/>
        <dgm:cxn modelId="60" srcId="0" destId="30" srcOrd="2" destOrd="0"/>
        <dgm:cxn modelId="71" srcId="0" destId="70" srcOrd="1" destOrd="0"/>
        <dgm:cxn modelId="81" srcId="0" destId="8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5"/>
      <dgm:chPref val="5"/>
      <dgm:dir/>
    </dgm:varLst>
    <dgm:shape xmlns:r="http://schemas.openxmlformats.org/officeDocument/2006/relationships" r:blip="">
      <dgm:adjLst/>
    </dgm:shape>
    <dgm:choose name="Name1">
      <dgm:if name="Name2" axis="ch" ptType="node" func="cnt" op="equ" val="1">
        <dgm:alg type="composite">
          <dgm:param type="ar" val="1.391"/>
        </dgm:alg>
        <dgm:choose name="Name3">
          <dgm:if name="Name4" func="var" arg="dir" op="equ" val="norm">
            <dgm:constrLst>
              <dgm:constr type="primFontSz" for="des" ptType="node" op="equ" val="65"/>
              <dgm:constr type="l" for="ch" forName="accent1" refType="w" fact="0.0415"/>
              <dgm:constr type="t" for="ch" forName="accent1" refType="h" fact="0.1789"/>
              <dgm:constr type="w" for="ch" forName="accent1" refType="w" fact="0.9585"/>
              <dgm:constr type="h" for="ch" forName="accent1" refType="h" fact="0.8211"/>
              <dgm:constr type="l" for="ch" forName="parent1" refType="w" fact="0"/>
              <dgm:constr type="t" for="ch" forName="parent1" refType="h" fact="0"/>
              <dgm:constr type="w" for="ch" forName="parent1" refType="w" fact="0.9667"/>
              <dgm:constr type="h" for="ch" forName="parent1" refType="h" fact="0.1224"/>
              <dgm:constr type="l" for="ch" forName="picture1" refType="w" fact="0.0019"/>
              <dgm:constr type="t" for="ch" forName="picture1" refType="h" fact="0.1272"/>
              <dgm:constr type="w" for="ch" forName="picture1" refType="w" fact="0.9667"/>
              <dgm:constr type="h" for="ch" forName="picture1" refType="h" fact="0.83"/>
            </dgm:constrLst>
          </dgm:if>
          <dgm:else name="Name5">
            <dgm:constrLst>
              <dgm:constr type="primFontSz" for="des" ptType="node" op="equ" val="65"/>
              <dgm:constr type="l" for="ch" forName="accent1" refType="w" fact="0"/>
              <dgm:constr type="t" for="ch" forName="accent1" refType="h" fact="0.1789"/>
              <dgm:constr type="w" for="ch" forName="accent1" refType="w" fact="0.9585"/>
              <dgm:constr type="h" for="ch" forName="accent1" refType="h" fact="0.8211"/>
              <dgm:constr type="l" for="ch" forName="parent1" refType="w" fact="0.0333"/>
              <dgm:constr type="t" for="ch" forName="parent1" refType="h" fact="0"/>
              <dgm:constr type="w" for="ch" forName="parent1" refType="w" fact="0.9667"/>
              <dgm:constr type="h" for="ch" forName="parent1" refType="h" fact="0.1224"/>
              <dgm:constr type="r" for="ch" forName="picture1" refType="w" fact="0.9981"/>
              <dgm:constr type="t" for="ch" forName="picture1" refType="h" fact="0.1272"/>
              <dgm:constr type="w" for="ch" forName="picture1" refType="w" fact="0.9667"/>
              <dgm:constr type="h" for="ch" forName="picture1" refType="h" fact="0.83"/>
            </dgm:constrLst>
          </dgm:else>
        </dgm:choose>
      </dgm:if>
      <dgm:if name="Name6" axis="ch" ptType="node" func="cnt" op="equ" val="2">
        <dgm:alg type="composite">
          <dgm:param type="ar" val="0.7877"/>
        </dgm:alg>
        <dgm:choose name="Name7">
          <dgm:if name="Name8" func="var" arg="dir" op="equ" val="norm">
            <dgm:constrLst>
              <dgm:constr type="primFontSz" for="des" forName="parent1" val="65"/>
              <dgm:constr type="primFontSz" for="des" forName="parent2" val="65"/>
              <dgm:constr type="primFontSz" for="des" forName="parent2" refType="primFontSz" refFor="des" refForName="parent1" op="lte"/>
              <dgm:constr type="l" for="ch" forName="picture1" refType="w" fact="0.004"/>
              <dgm:constr type="t" for="ch" forName="picture1" refType="h" fact="0.0744"/>
              <dgm:constr type="w" for="ch" forName="picture1" refType="w" fact="0.996"/>
              <dgm:constr type="h" for="ch" forName="picture1" refType="h" fact="0.4853"/>
              <dgm:constr type="l" for="ch" forName="accent1" refType="w" fact="0.0447"/>
              <dgm:constr type="t" for="ch" forName="accent1" refType="h" fact="0.1046"/>
              <dgm:constr type="w" for="ch" forName="accent1" refType="w" fact="0.9169"/>
              <dgm:constr type="h" for="ch" forName="accent1" refType="h" fact="0.8954"/>
              <dgm:constr type="l" for="ch" forName="parent1" refType="w" fact="0"/>
              <dgm:constr type="t" for="ch" forName="parent1" refType="h" fact="0"/>
              <dgm:constr type="w" for="ch" forName="parent1" refType="w" fact="0.996"/>
              <dgm:constr type="h" for="ch" forName="parent1" refType="h" fact="0.0716"/>
              <dgm:constr type="l" for="ch" forName="picture2" refType="w" fact="0.0831"/>
              <dgm:constr type="t" for="ch" forName="picture2" refType="h" fact="0.5391"/>
              <dgm:constr type="w" for="ch" forName="picture2" refType="w" fact="0.8985"/>
              <dgm:constr type="h" for="ch" forName="picture2" refType="h" fact="0.4306"/>
              <dgm:constr type="l" for="ch" forName="parent2" refType="w" fact="0.085"/>
              <dgm:constr type="t" for="ch" forName="parent2" refType="h" fact="0.901"/>
              <dgm:constr type="w" for="ch" forName="parent2" refType="w" fact="0.8947"/>
              <dgm:constr type="h" for="ch" forName="parent2" refType="h" fact="0.0668"/>
            </dgm:constrLst>
          </dgm:if>
          <dgm:else name="Name9">
            <dgm:constrLst>
              <dgm:constr type="primFontSz" for="des" forName="parent1" val="65"/>
              <dgm:constr type="primFontSz" for="des" forName="parent2" val="65"/>
              <dgm:constr type="primFontSz" for="des" forName="parent2" refType="primFontSz" refFor="des" refForName="parent1" op="lte"/>
              <dgm:constr type="r" for="ch" forName="picture1" refType="w" fact="0.996"/>
              <dgm:constr type="t" for="ch" forName="picture1" refType="h" fact="0.0744"/>
              <dgm:constr type="w" for="ch" forName="picture1" refType="w" fact="0.996"/>
              <dgm:constr type="h" for="ch" forName="picture1" refType="h" fact="0.4853"/>
              <dgm:constr type="r" for="ch" forName="accent1" refType="w" fact="0.9597"/>
              <dgm:constr type="t" for="ch" forName="accent1" refType="h" fact="0.1046"/>
              <dgm:constr type="w" for="ch" forName="accent1" refType="w" fact="0.9169"/>
              <dgm:constr type="h" for="ch" forName="accent1" refType="h" fact="0.8954"/>
              <dgm:constr type="r" for="ch" forName="parent1" refType="w"/>
              <dgm:constr type="t" for="ch" forName="parent1" refType="h" fact="0"/>
              <dgm:constr type="w" for="ch" forName="parent1" refType="w" fact="0.996"/>
              <dgm:constr type="h" for="ch" forName="parent1" refType="h" fact="0.0716"/>
              <dgm:constr type="r" for="ch" forName="picture2" refType="w" fact="0.9169"/>
              <dgm:constr type="t" for="ch" forName="picture2" refType="h" fact="0.5391"/>
              <dgm:constr type="w" for="ch" forName="picture2" refType="w" fact="0.8985"/>
              <dgm:constr type="h" for="ch" forName="picture2" refType="h" fact="0.4306"/>
              <dgm:constr type="r" for="ch" forName="parent2" refType="w" fact="0.915"/>
              <dgm:constr type="t" for="ch" forName="parent2" refType="h" fact="0.901"/>
              <dgm:constr type="w" for="ch" forName="parent2" refType="w" fact="0.8947"/>
              <dgm:constr type="h" for="ch" forName="parent2" refType="h" fact="0.0668"/>
            </dgm:constrLst>
          </dgm:else>
        </dgm:choose>
      </dgm:if>
      <dgm:if name="Name10" axis="ch" ptType="node" func="cnt" op="equ" val="3">
        <dgm:alg type="composite">
          <dgm:param type="ar" val="1.0535"/>
        </dgm:alg>
        <dgm:choose name="Name11">
          <dgm:if name="Name12" func="var" arg="dir" op="equ" val="norm">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0019"/>
              <dgm:constr type="t" for="ch" forName="picture1" refType="h" fact="0.0934"/>
              <dgm:constr type="w" for="ch" forName="picture1" refType="w" fact="0.9372"/>
              <dgm:constr type="h" for="ch" forName="picture1" refType="h" fact="0.6095"/>
              <dgm:constr type="l" for="ch" forName="accent1" refType="w" fact="0.0403"/>
              <dgm:constr type="t" for="ch" forName="accent1" refType="h" fact="0.1314"/>
              <dgm:constr type="w" for="ch" forName="accent1" refType="w" fact="0.9293"/>
              <dgm:constr type="h" for="ch" forName="accent1" refType="h" fact="0.8686"/>
              <dgm:constr type="l" for="ch" forName="picture3" refType="w" fact="0.5536"/>
              <dgm:constr type="t" for="ch" forName="picture3" refType="h" fact="0.6771"/>
              <dgm:constr type="w" for="ch" forName="picture3" refType="w" fact="0.4464"/>
              <dgm:constr type="h" for="ch" forName="picture3" refType="h" fact="0.2903"/>
              <dgm:constr type="l" for="ch" forName="picture2" refType="w" fact="0.078"/>
              <dgm:constr type="t" for="ch" forName="picture2" refType="h" fact="0.6771"/>
              <dgm:constr type="w" for="ch" forName="picture2" refType="w" fact="0.4458"/>
              <dgm:constr type="h" for="ch" forName="picture2" refType="h" fact="0.2903"/>
              <dgm:constr type="l" for="ch" forName="parent1" refType="w" fact="0"/>
              <dgm:constr type="t" for="ch" forName="parent1" refType="h" fact="0"/>
              <dgm:constr type="w" for="ch" forName="parent1" refType="w" fact="0.9372"/>
              <dgm:constr type="h" for="ch" forName="parent1" refType="h" fact="0.0899"/>
              <dgm:constr type="l" for="ch" forName="parent3" refType="w" fact="0.5548"/>
              <dgm:constr type="t" for="ch" forName="parent3" refType="h" fact="0.9211"/>
              <dgm:constr type="w" for="ch" forName="parent3" refType="w" fact="0.4439"/>
              <dgm:constr type="h" for="ch" forName="parent3" refType="h" fact="0.045"/>
              <dgm:constr type="l" for="ch" forName="parent2" refType="w" fact="0.079"/>
              <dgm:constr type="t" for="ch" forName="parent2" refType="h" fact="0.9211"/>
              <dgm:constr type="w" for="ch" forName="parent2" refType="w" fact="0.4439"/>
              <dgm:constr type="h" for="ch" forName="parent2" refType="h" fact="0.045"/>
            </dgm:constrLst>
          </dgm:if>
          <dgm:else name="Name13">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r" for="ch" forName="picture1" refType="w" fact="0.9981"/>
              <dgm:constr type="t" for="ch" forName="picture1" refType="h" fact="0.0934"/>
              <dgm:constr type="w" for="ch" forName="picture1" refType="w" fact="0.9372"/>
              <dgm:constr type="h" for="ch" forName="picture1" refType="h" fact="0.6095"/>
              <dgm:constr type="r" for="ch" forName="accent1" refType="w" fact="0.9597"/>
              <dgm:constr type="t" for="ch" forName="accent1" refType="h" fact="0.1314"/>
              <dgm:constr type="w" for="ch" forName="accent1" refType="w" fact="0.9293"/>
              <dgm:constr type="h" for="ch" forName="accent1" refType="h" fact="0.8686"/>
              <dgm:constr type="r" for="ch" forName="picture3" refType="w" fact="0.4464"/>
              <dgm:constr type="t" for="ch" forName="picture3" refType="h" fact="0.6771"/>
              <dgm:constr type="w" for="ch" forName="picture3" refType="w" fact="0.4464"/>
              <dgm:constr type="h" for="ch" forName="picture3" refType="h" fact="0.2903"/>
              <dgm:constr type="r" for="ch" forName="picture2" refType="w" fact="0.922"/>
              <dgm:constr type="t" for="ch" forName="picture2" refType="h" fact="0.6771"/>
              <dgm:constr type="w" for="ch" forName="picture2" refType="w" fact="0.4458"/>
              <dgm:constr type="h" for="ch" forName="picture2" refType="h" fact="0.2903"/>
              <dgm:constr type="r" for="ch" forName="parent1" refType="w"/>
              <dgm:constr type="t" for="ch" forName="parent1" refType="h" fact="0"/>
              <dgm:constr type="w" for="ch" forName="parent1" refType="w" fact="0.9372"/>
              <dgm:constr type="h" for="ch" forName="parent1" refType="h" fact="0.0899"/>
              <dgm:constr type="r" for="ch" forName="parent3" refType="w" fact="0.4452"/>
              <dgm:constr type="t" for="ch" forName="parent3" refType="h" fact="0.9211"/>
              <dgm:constr type="w" for="ch" forName="parent3" refType="w" fact="0.4439"/>
              <dgm:constr type="h" for="ch" forName="parent3" refType="h" fact="0.045"/>
              <dgm:constr type="r" for="ch" forName="parent2" refType="w" fact="0.921"/>
              <dgm:constr type="t" for="ch" forName="parent2" refType="h" fact="0.9211"/>
              <dgm:constr type="w" for="ch" forName="parent2" refType="w" fact="0.4439"/>
              <dgm:constr type="h" for="ch" forName="parent2" refType="h" fact="0.045"/>
            </dgm:constrLst>
          </dgm:else>
        </dgm:choose>
      </dgm:if>
      <dgm:if name="Name14" axis="ch" ptType="node" func="cnt" op="equ" val="4">
        <dgm:alg type="composite">
          <dgm:param type="ar" val="1.2068"/>
        </dgm:alg>
        <dgm:choose name="Name15">
          <dgm:if name="Name16" func="var" arg="dir" op="equ" val="norm">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0018"/>
              <dgm:constr type="t" for="ch" forName="picture1" refType="h" fact="0.1037"/>
              <dgm:constr type="w" for="ch" forName="picture1" refType="w" fact="0.9084"/>
              <dgm:constr type="h" for="ch" forName="picture1" refType="h" fact="0.6767"/>
              <dgm:constr type="l" for="ch" forName="accent1" refType="w" fact="0.039"/>
              <dgm:constr type="t" for="ch" forName="accent1" refType="h" fact="0.1459"/>
              <dgm:constr type="w" for="ch" forName="accent1" refType="w" fact="0.9007"/>
              <dgm:constr type="h" for="ch" forName="accent1" refType="h" fact="0.8541"/>
              <dgm:constr type="l" for="ch" forName="parent1" refType="w" fact="0"/>
              <dgm:constr type="t" for="ch" forName="parent1" refType="h" fact="0"/>
              <dgm:constr type="w" for="ch" forName="parent1" refType="w" fact="0.9084"/>
              <dgm:constr type="h" for="ch" forName="parent1" refType="h" fact="0.0998"/>
              <dgm:constr type="l" for="ch" forName="picture3" refType="w" fact="0.3539"/>
              <dgm:constr type="t" for="ch" forName="picture3" refType="h" fact="0.7301"/>
              <dgm:constr type="w" for="ch" forName="picture3" refType="w" fact="0.3131"/>
              <dgm:constr type="h" for="ch" forName="picture3" refType="h" fact="0.2332"/>
              <dgm:constr type="l" for="ch" forName="parent3" refType="w" fact="0.3548"/>
              <dgm:constr type="t" for="ch" forName="parent3" refType="h" fact="0.926"/>
              <dgm:constr type="w" for="ch" forName="parent3" refType="w" fact="0.3113"/>
              <dgm:constr type="h" for="ch" forName="parent3" refType="h" fact="0.0361"/>
              <dgm:constr type="l" for="ch" forName="picture4" refType="w" fact="0.6874"/>
              <dgm:constr type="t" for="ch" forName="picture4" refType="h" fact="0.7301"/>
              <dgm:constr type="w" for="ch" forName="picture4" refType="w" fact="0.3126"/>
              <dgm:constr type="h" for="ch" forName="picture4" refType="h" fact="0.2332"/>
              <dgm:constr type="l" for="ch" forName="parent4" refType="w" fact="0.6881"/>
              <dgm:constr type="t" for="ch" forName="parent4" refType="h" fact="0.9264"/>
              <dgm:constr type="w" for="ch" forName="parent4" refType="w" fact="0.3113"/>
              <dgm:constr type="h" for="ch" forName="parent4" refType="h" fact="0.0361"/>
              <dgm:constr type="l" for="ch" forName="picture2" refType="w" fact="0.0204"/>
              <dgm:constr type="t" for="ch" forName="picture2" refType="h" fact="0.7301"/>
              <dgm:constr type="w" for="ch" forName="picture2" refType="w" fact="0.3126"/>
              <dgm:constr type="h" for="ch" forName="picture2" refType="h" fact="0.2332"/>
              <dgm:constr type="l" for="ch" forName="parent2" refType="w" fact="0.0211"/>
              <dgm:constr type="t" for="ch" forName="parent2" refType="h" fact="0.926"/>
              <dgm:constr type="w" for="ch" forName="parent2" refType="w" fact="0.3113"/>
              <dgm:constr type="h" for="ch" forName="parent2" refType="h" fact="0.0361"/>
            </dgm:constrLst>
          </dgm:if>
          <dgm:else name="Name17">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r" for="ch" forName="picture1" refType="w" fact="0.9982"/>
              <dgm:constr type="t" for="ch" forName="picture1" refType="h" fact="0.1037"/>
              <dgm:constr type="w" for="ch" forName="picture1" refType="w" fact="0.9084"/>
              <dgm:constr type="h" for="ch" forName="picture1" refType="h" fact="0.6767"/>
              <dgm:constr type="r" for="ch" forName="accent1" refType="w" fact="0.961"/>
              <dgm:constr type="t" for="ch" forName="accent1" refType="h" fact="0.1459"/>
              <dgm:constr type="w" for="ch" forName="accent1" refType="w" fact="0.9007"/>
              <dgm:constr type="h" for="ch" forName="accent1" refType="h" fact="0.8541"/>
              <dgm:constr type="r" for="ch" forName="parent1" refType="w"/>
              <dgm:constr type="t" for="ch" forName="parent1" refType="h" fact="0"/>
              <dgm:constr type="w" for="ch" forName="parent1" refType="w" fact="0.9084"/>
              <dgm:constr type="h" for="ch" forName="parent1" refType="h" fact="0.0998"/>
              <dgm:constr type="r" for="ch" forName="picture3" refType="w" fact="0.6461"/>
              <dgm:constr type="t" for="ch" forName="picture3" refType="h" fact="0.7301"/>
              <dgm:constr type="w" for="ch" forName="picture3" refType="w" fact="0.3131"/>
              <dgm:constr type="h" for="ch" forName="picture3" refType="h" fact="0.2332"/>
              <dgm:constr type="r" for="ch" forName="parent3" refType="w" fact="0.6452"/>
              <dgm:constr type="t" for="ch" forName="parent3" refType="h" fact="0.926"/>
              <dgm:constr type="w" for="ch" forName="parent3" refType="w" fact="0.3113"/>
              <dgm:constr type="h" for="ch" forName="parent3" refType="h" fact="0.0361"/>
              <dgm:constr type="r" for="ch" forName="picture4" refType="w" fact="0.3126"/>
              <dgm:constr type="t" for="ch" forName="picture4" refType="h" fact="0.7301"/>
              <dgm:constr type="w" for="ch" forName="picture4" refType="w" fact="0.3126"/>
              <dgm:constr type="h" for="ch" forName="picture4" refType="h" fact="0.2332"/>
              <dgm:constr type="r" for="ch" forName="parent4" refType="w" fact="0.3319"/>
              <dgm:constr type="t" for="ch" forName="parent4" refType="h" fact="0.9264"/>
              <dgm:constr type="w" for="ch" forName="parent4" refType="w" fact="0.3113"/>
              <dgm:constr type="h" for="ch" forName="parent4" refType="h" fact="0.0361"/>
              <dgm:constr type="r" for="ch" forName="picture2" refType="w" fact="0.9796"/>
              <dgm:constr type="t" for="ch" forName="picture2" refType="h" fact="0.7301"/>
              <dgm:constr type="w" for="ch" forName="picture2" refType="w" fact="0.3126"/>
              <dgm:constr type="h" for="ch" forName="picture2" refType="h" fact="0.2332"/>
              <dgm:constr type="r" for="ch" forName="parent2" refType="w" fact="0.9789"/>
              <dgm:constr type="t" for="ch" forName="parent2" refType="h" fact="0.926"/>
              <dgm:constr type="w" for="ch" forName="parent2" refType="w" fact="0.3113"/>
              <dgm:constr type="h" for="ch" forName="parent2" refType="h" fact="0.0361"/>
            </dgm:constrLst>
          </dgm:else>
        </dgm:choose>
      </dgm:if>
      <dgm:else name="Name18">
        <dgm:alg type="composite">
          <dgm:param type="ar" val="0.817"/>
        </dgm:alg>
        <dgm:choose name="Name19">
          <dgm:if name="Name20" func="var" arg="dir" op="equ" val="norm">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0019"/>
              <dgm:constr type="t" for="ch" forName="picture1" refType="h" fact="0.0724"/>
              <dgm:constr type="w" for="ch" forName="picture1" refType="w" fact="0.9372"/>
              <dgm:constr type="h" for="ch" forName="picture1" refType="h" fact="0.4727"/>
              <dgm:constr type="l" for="ch" forName="accent1" refType="w" fact="0.0403"/>
              <dgm:constr type="t" for="ch" forName="accent1" refType="h" fact="0.1019"/>
              <dgm:constr type="w" for="ch" forName="accent1" refType="w" fact="0.9293"/>
              <dgm:constr type="h" for="ch" forName="accent1" refType="h" fact="0.8921"/>
              <dgm:constr type="l" for="ch" forName="picture4" refType="w" fact="0.078"/>
              <dgm:constr type="t" for="ch" forName="picture4" refType="h" fact="0.7749"/>
              <dgm:constr type="w" for="ch" forName="picture4" refType="w" fact="0.4458"/>
              <dgm:constr type="h" for="ch" forName="picture4" refType="h" fact="0.2251"/>
              <dgm:constr type="l" for="ch" forName="picture5" refType="w" fact="0.5536"/>
              <dgm:constr type="t" for="ch" forName="picture5" refType="h" fact="0.7749"/>
              <dgm:constr type="w" for="ch" forName="picture5" refType="w" fact="0.4464"/>
              <dgm:constr type="h" for="ch" forName="picture5" refType="h" fact="0.2251"/>
              <dgm:constr type="l" for="ch" forName="picture3" refType="w" fact="0.5536"/>
              <dgm:constr type="t" for="ch" forName="picture3" refType="h" fact="0.5251"/>
              <dgm:constr type="w" for="ch" forName="picture3" refType="w" fact="0.4464"/>
              <dgm:constr type="h" for="ch" forName="picture3" refType="h" fact="0.2251"/>
              <dgm:constr type="l" for="ch" forName="picture2" refType="w" fact="0.078"/>
              <dgm:constr type="t" for="ch" forName="picture2" refType="h" fact="0.5251"/>
              <dgm:constr type="w" for="ch" forName="picture2" refType="w" fact="0.4458"/>
              <dgm:constr type="h" for="ch" forName="picture2" refType="h" fact="0.2251"/>
              <dgm:constr type="l" for="ch" forName="parent1" refType="w" fact="0"/>
              <dgm:constr type="t" for="ch" forName="parent1" refType="h" fact="0"/>
              <dgm:constr type="w" for="ch" forName="parent1" refType="w" fact="0.9372"/>
              <dgm:constr type="h" for="ch" forName="parent1" refType="h" fact="0.0697"/>
              <dgm:constr type="l" for="ch" forName="parent3" refType="w" fact="0.5548"/>
              <dgm:constr type="t" for="ch" forName="parent3" refType="h" fact="0.7143"/>
              <dgm:constr type="w" for="ch" forName="parent3" refType="w" fact="0.4439"/>
              <dgm:constr type="h" for="ch" forName="parent3" refType="h" fact="0.0349"/>
              <dgm:constr type="l" for="ch" forName="parent5" refType="w" fact="0.5548"/>
              <dgm:constr type="t" for="ch" forName="parent5" refType="h" fact="0.9644"/>
              <dgm:constr type="w" for="ch" forName="parent5" refType="w" fact="0.4439"/>
              <dgm:constr type="h" for="ch" forName="parent5" refType="h" fact="0.0349"/>
              <dgm:constr type="l" for="ch" forName="parent4" refType="w" fact="0.079"/>
              <dgm:constr type="t" for="ch" forName="parent4" refType="h" fact="0.9644"/>
              <dgm:constr type="w" for="ch" forName="parent4" refType="w" fact="0.4439"/>
              <dgm:constr type="h" for="ch" forName="parent4" refType="h" fact="0.0349"/>
              <dgm:constr type="l" for="ch" forName="parent2" refType="w" fact="0.079"/>
              <dgm:constr type="t" for="ch" forName="parent2" refType="h" fact="0.7143"/>
              <dgm:constr type="w" for="ch" forName="parent2" refType="w" fact="0.4439"/>
              <dgm:constr type="h" for="ch" forName="parent2" refType="h" fact="0.0349"/>
            </dgm:constrLst>
          </dgm:if>
          <dgm:else name="Name21">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r" for="ch" forName="picture1" refType="w" fact="0.9981"/>
              <dgm:constr type="t" for="ch" forName="picture1" refType="h" fact="0.0724"/>
              <dgm:constr type="w" for="ch" forName="picture1" refType="w" fact="0.9372"/>
              <dgm:constr type="h" for="ch" forName="picture1" refType="h" fact="0.4727"/>
              <dgm:constr type="r" for="ch" forName="accent1" refType="w" fact="0.9597"/>
              <dgm:constr type="t" for="ch" forName="accent1" refType="h" fact="0.1019"/>
              <dgm:constr type="w" for="ch" forName="accent1" refType="w" fact="0.9293"/>
              <dgm:constr type="h" for="ch" forName="accent1" refType="h" fact="0.8921"/>
              <dgm:constr type="r" for="ch" forName="picture4" refType="w" fact="0.922"/>
              <dgm:constr type="t" for="ch" forName="picture4" refType="h" fact="0.7749"/>
              <dgm:constr type="w" for="ch" forName="picture4" refType="w" fact="0.4458"/>
              <dgm:constr type="h" for="ch" forName="picture4" refType="h" fact="0.2251"/>
              <dgm:constr type="r" for="ch" forName="picture5" refType="w" fact="0.4464"/>
              <dgm:constr type="t" for="ch" forName="picture5" refType="h" fact="0.7749"/>
              <dgm:constr type="w" for="ch" forName="picture5" refType="w" fact="0.4464"/>
              <dgm:constr type="h" for="ch" forName="picture5" refType="h" fact="0.2251"/>
              <dgm:constr type="r" for="ch" forName="picture3" refType="w" fact="0.4464"/>
              <dgm:constr type="t" for="ch" forName="picture3" refType="h" fact="0.5251"/>
              <dgm:constr type="w" for="ch" forName="picture3" refType="w" fact="0.4464"/>
              <dgm:constr type="h" for="ch" forName="picture3" refType="h" fact="0.2251"/>
              <dgm:constr type="r" for="ch" forName="picture2" refType="w" fact="0.922"/>
              <dgm:constr type="t" for="ch" forName="picture2" refType="h" fact="0.5251"/>
              <dgm:constr type="w" for="ch" forName="picture2" refType="w" fact="0.4458"/>
              <dgm:constr type="h" for="ch" forName="picture2" refType="h" fact="0.2251"/>
              <dgm:constr type="l" for="ch" forName="parent1" refType="w" fact="0.0628"/>
              <dgm:constr type="t" for="ch" forName="parent1" refType="h" fact="0"/>
              <dgm:constr type="w" for="ch" forName="parent1" refType="w" fact="0.9372"/>
              <dgm:constr type="h" for="ch" forName="parent1" refType="h" fact="0.0697"/>
              <dgm:constr type="r" for="ch" forName="parent3" refType="w" fact="0.4452"/>
              <dgm:constr type="t" for="ch" forName="parent3" refType="h" fact="0.7143"/>
              <dgm:constr type="w" for="ch" forName="parent3" refType="w" fact="0.4439"/>
              <dgm:constr type="h" for="ch" forName="parent3" refType="h" fact="0.0349"/>
              <dgm:constr type="r" for="ch" forName="parent5" refType="w" fact="0.4452"/>
              <dgm:constr type="t" for="ch" forName="parent5" refType="h" fact="0.9644"/>
              <dgm:constr type="w" for="ch" forName="parent5" refType="w" fact="0.4439"/>
              <dgm:constr type="h" for="ch" forName="parent5" refType="h" fact="0.0349"/>
              <dgm:constr type="r" for="ch" forName="parent4" refType="w" fact="0.921"/>
              <dgm:constr type="t" for="ch" forName="parent4" refType="h" fact="0.9644"/>
              <dgm:constr type="w" for="ch" forName="parent4" refType="w" fact="0.4439"/>
              <dgm:constr type="h" for="ch" forName="parent4" refType="h" fact="0.0349"/>
              <dgm:constr type="r" for="ch" forName="parent2" refType="w" fact="0.921"/>
              <dgm:constr type="t" for="ch" forName="parent2" refType="h" fact="0.7143"/>
              <dgm:constr type="w" for="ch" forName="parent2" refType="w" fact="0.4439"/>
              <dgm:constr type="h" for="ch" forName="parent2" refType="h" fact="0.0349"/>
            </dgm:constrLst>
          </dgm:else>
        </dgm:choose>
      </dgm:else>
    </dgm:choose>
    <dgm:forEach name="Name22" axis="ch" ptType="node" cnt="1">
      <dgm:layoutNode name="picture1">
        <dgm:alg type="sp"/>
        <dgm:shape xmlns:r="http://schemas.openxmlformats.org/officeDocument/2006/relationships" r:blip="">
          <dgm:adjLst/>
        </dgm:shape>
        <dgm:presOf/>
        <dgm:forEach name="Name23" ref="pictureWrapper"/>
      </dgm:layoutNode>
      <dgm:layoutNode name="accent1" styleLbl="parChTrans1D1">
        <dgm:alg type="sp"/>
        <dgm:shape xmlns:r="http://schemas.openxmlformats.org/officeDocument/2006/relationships" type="rect" r:blip="">
          <dgm:adjLst/>
        </dgm:shape>
        <dgm:presOf/>
      </dgm:layoutNode>
      <dgm:layoutNode name="parent1" styleLbl="revTx">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forEach>
    <dgm:forEach name="Name24" axis="ch" ptType="node" st="2" cnt="1">
      <dgm:layoutNode name="picture2">
        <dgm:alg type="sp"/>
        <dgm:shape xmlns:r="http://schemas.openxmlformats.org/officeDocument/2006/relationships" r:blip="">
          <dgm:adjLst/>
        </dgm:shape>
        <dgm:presOf/>
        <dgm:forEach name="Name25" ref="pictureWrapper"/>
      </dgm:layoutNode>
      <dgm:layoutNode name="parent2" styleLbl="trBgShp">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forEach>
    <dgm:forEach name="Name26" axis="ch" ptType="node" st="3" cnt="1">
      <dgm:layoutNode name="picture3">
        <dgm:alg type="sp"/>
        <dgm:shape xmlns:r="http://schemas.openxmlformats.org/officeDocument/2006/relationships" r:blip="">
          <dgm:adjLst/>
        </dgm:shape>
        <dgm:presOf/>
        <dgm:forEach name="Name27" ref="pictureWrapper"/>
      </dgm:layoutNode>
      <dgm:layoutNode name="parent3" styleLbl="trBgShp">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8" axis="ch" ptType="node" st="4" cnt="1">
      <dgm:layoutNode name="picture4">
        <dgm:alg type="sp"/>
        <dgm:shape xmlns:r="http://schemas.openxmlformats.org/officeDocument/2006/relationships" r:blip="">
          <dgm:adjLst/>
        </dgm:shape>
        <dgm:presOf/>
        <dgm:forEach name="Name29" ref="pictureWrapper"/>
      </dgm:layoutNode>
      <dgm:layoutNode name="parent4" styleLbl="trBgShp">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30" axis="ch" ptType="node" st="5" cnt="1">
      <dgm:layoutNode name="picture5">
        <dgm:alg type="sp"/>
        <dgm:shape xmlns:r="http://schemas.openxmlformats.org/officeDocument/2006/relationships" r:blip="">
          <dgm:adjLst/>
        </dgm:shape>
        <dgm:presOf/>
        <dgm:forEach name="Name31" ref="pictureWrapper"/>
      </dgm:layoutNode>
      <dgm:layoutNode name="parent5" styleLbl="trBgShp">
        <dgm:varLst>
          <dgm:chMax val="0"/>
          <dgm:chPref val="0"/>
        </dgm:varLst>
        <dgm:alg type="tx">
          <dgm:param type="parTxLTRAlign" val="r"/>
          <dgm:param type="parTxRTLAlign" val="r"/>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bgImgPlace1">
          <dgm:alg type="sp"/>
          <dgm:shape xmlns:r="http://schemas.openxmlformats.org/officeDocument/2006/relationships" type="rect" r:blip="" blipPhldr="1">
            <dgm:adjLst/>
          </dgm:shape>
          <dgm:presOf/>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9/3/layout/FramedTextPicture">
  <dgm:title val=""/>
  <dgm:desc val=""/>
  <dgm:catLst>
    <dgm:cat type="picture" pri="20000"/>
    <dgm:cat type="pictureconvert" pri="20000"/>
  </dgm:catLst>
  <dgm:sampData>
    <dgm:dataModel>
      <dgm:ptLst>
        <dgm:pt modelId="0" type="doc"/>
        <dgm:pt modelId="10">
          <dgm:prSet phldr="1"/>
        </dgm:pt>
      </dgm:ptLst>
      <dgm:cxnLst>
        <dgm:cxn modelId="20" srcId="0" destId="10" srcOrd="0" destOrd="0"/>
      </dgm:cxnLst>
      <dgm:bg/>
      <dgm:whole/>
    </dgm:dataModel>
  </dgm:sampData>
  <dgm:styleData>
    <dgm:dataModel>
      <dgm:ptLst>
        <dgm:pt modelId="0" type="doc"/>
        <dgm:pt modelId="10">
          <dgm:prSet phldr="1"/>
        </dgm:pt>
      </dgm:ptLst>
      <dgm:cxnLst>
        <dgm:cxn modelId="20" srcId="0" destId="10" srcOrd="0" destOrd="0"/>
      </dgm:cxnLst>
      <dgm:bg/>
      <dgm:whole/>
    </dgm:dataModel>
  </dgm:styleData>
  <dgm:clrData>
    <dgm:dataModel>
      <dgm:ptLst>
        <dgm:pt modelId="0" type="doc"/>
        <dgm:pt modelId="10">
          <dgm:prSet phldr="1"/>
        </dgm:pt>
      </dgm:ptLst>
      <dgm:cxnLst>
        <dgm:cxn modelId="20" srcId="0" destId="10" srcOrd="0" destOrd="0"/>
      </dgm:cxnLst>
      <dgm:bg/>
      <dgm:whole/>
    </dgm:dataModel>
  </dgm:clrData>
  <dgm:layoutNode name="Name0">
    <dgm:varLst>
      <dgm:chMax/>
      <dgm:chPref/>
      <dgm:dir/>
    </dgm:varLst>
    <dgm:choose name="Name1">
      <dgm:if name="Name2" func="var" arg="dir" op="equ" val="norm">
        <dgm:alg type="snake">
          <dgm:param type="grDir" val="tL"/>
          <dgm:param type="off" val="ctr"/>
        </dgm:alg>
      </dgm:if>
      <dgm:else name="Name3">
        <dgm:alg type="snake">
          <dgm:param type="grDir" val="tR"/>
          <dgm:param type="off" val="ctr"/>
        </dgm:alg>
      </dgm:else>
    </dgm:choose>
    <dgm:shape xmlns:r="http://schemas.openxmlformats.org/officeDocument/2006/relationships" r:blip="">
      <dgm:adjLst/>
    </dgm:shape>
    <dgm:constrLst>
      <dgm:constr type="w" for="ch" forName="composite" refType="w"/>
      <dgm:constr type="h" for="ch" forName="composite" refType="h"/>
      <dgm:constr type="primFontSz" for="des" ptType="node" op="equ" val="65"/>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dgm:chPref/>
        </dgm:varLst>
        <dgm:alg type="composite">
          <dgm:param type="ar" val="1.5179"/>
        </dgm:alg>
        <dgm:shape xmlns:r="http://schemas.openxmlformats.org/officeDocument/2006/relationships" r:blip="">
          <dgm:adjLst/>
        </dgm:shape>
        <dgm:choose name="Name4">
          <dgm:if name="Name5" func="var" arg="dir" op="equ" val="norm">
            <dgm:constrLst>
              <dgm:constr type="l" for="ch" forName="Image" refType="w" fact="0"/>
              <dgm:constr type="t" for="ch" forName="Image" refType="h" fact="0"/>
              <dgm:constr type="w" for="ch" forName="Image" refType="w" fact="0.3856"/>
              <dgm:constr type="h" for="ch" forName="Image" refType="h" fact="0.3902"/>
              <dgm:constr type="l" for="ch" forName="ParentText" refType="w" fact="0.4017"/>
              <dgm:constr type="t" for="ch" forName="ParentText" refType="h" fact="0.4146"/>
              <dgm:constr type="w" for="ch" forName="ParentText" refType="w" fact="0.5463"/>
              <dgm:constr type="h" for="ch" forName="ParentText" refType="h" fact="0.5122"/>
              <dgm:constr type="l" for="ch" forName="tlFrame" refType="w" fact="0.3535"/>
              <dgm:constr type="t" for="ch" forName="tlFrame" refType="h" fact="0.3415"/>
              <dgm:constr type="w" for="ch" forName="tlFrame" refType="w" fact="0.1312"/>
              <dgm:constr type="h" for="ch" forName="tlFrame" refType="h" fact="0.1992"/>
              <dgm:constr type="l" for="ch" forName="trFrame" refType="w" fact="0.8688"/>
              <dgm:constr type="t" for="ch" forName="trFrame" refType="h" fact="0.3415"/>
              <dgm:constr type="w" for="ch" forName="trFrame" refType="w" fact="0.1312"/>
              <dgm:constr type="h" for="ch" forName="trFrame" refType="h" fact="0.1992"/>
              <dgm:constr type="l" for="ch" forName="blFrame" refType="w" fact="0.3535"/>
              <dgm:constr type="t" for="ch" forName="blFrame" refType="h" fact="0.8008"/>
              <dgm:constr type="w" for="ch" forName="blFrame" refType="w" fact="0.1312"/>
              <dgm:constr type="h" for="ch" forName="blFrame" refType="h" fact="0.1992"/>
              <dgm:constr type="l" for="ch" forName="brFrame" refType="w" fact="0.8688"/>
              <dgm:constr type="t" for="ch" forName="brFrame" refType="h" fact="0.8008"/>
              <dgm:constr type="w" for="ch" forName="brFrame" refType="w" fact="0.1312"/>
              <dgm:constr type="h" for="ch" forName="brFrame" refType="h" fact="0.1992"/>
            </dgm:constrLst>
          </dgm:if>
          <dgm:else name="Name6">
            <dgm:constrLst>
              <dgm:constr type="l" for="ch" forName="Image" refType="w" fact="0.6144"/>
              <dgm:constr type="t" for="ch" forName="Image" refType="h" fact="0"/>
              <dgm:constr type="w" for="ch" forName="Image" refType="w" fact="0.3856"/>
              <dgm:constr type="h" for="ch" forName="Image" refType="h" fact="0.3902"/>
              <dgm:constr type="l" for="ch" forName="ParentText" refType="w" fact="0.0482"/>
              <dgm:constr type="t" for="ch" forName="ParentText" refType="h" fact="0.4146"/>
              <dgm:constr type="w" for="ch" forName="ParentText" refType="w" fact="0.5463"/>
              <dgm:constr type="h" for="ch" forName="ParentText" refType="h" fact="0.5122"/>
              <dgm:constr type="l" for="ch" forName="tlFrame" refType="w" fact="0"/>
              <dgm:constr type="t" for="ch" forName="tlFrame" refType="h" fact="0.3415"/>
              <dgm:constr type="w" for="ch" forName="tlFrame" refType="w" fact="0.1312"/>
              <dgm:constr type="h" for="ch" forName="tlFrame" refType="h" fact="0.1992"/>
              <dgm:constr type="l" for="ch" forName="trFrame" refType="w" fact="0.5153"/>
              <dgm:constr type="t" for="ch" forName="trFrame" refType="h" fact="0.3415"/>
              <dgm:constr type="w" for="ch" forName="trFrame" refType="w" fact="0.1312"/>
              <dgm:constr type="h" for="ch" forName="trFrame" refType="h" fact="0.1992"/>
              <dgm:constr type="l" for="ch" forName="blFrame" refType="w" fact="0"/>
              <dgm:constr type="t" for="ch" forName="blFrame" refType="h" fact="0.8008"/>
              <dgm:constr type="w" for="ch" forName="blFrame" refType="w" fact="0.1312"/>
              <dgm:constr type="h" for="ch" forName="blFrame" refType="h" fact="0.1992"/>
              <dgm:constr type="l" for="ch" forName="brFrame" refType="w" fact="0.5153"/>
              <dgm:constr type="t" for="ch" forName="brFrame" refType="h" fact="0.8008"/>
              <dgm:constr type="w" for="ch" forName="brFrame" refType="w" fact="0.1312"/>
              <dgm:constr type="h" for="ch" forName="brFrame" refType="h" fact="0.1992"/>
            </dgm:constrLst>
          </dgm:else>
        </dgm:choose>
        <dgm:layoutNode name="Image" styleLbl="bgImgPlace1">
          <dgm:alg type="sp"/>
          <dgm:shape xmlns:r="http://schemas.openxmlformats.org/officeDocument/2006/relationships" type="rect" r:blip="" blipPhldr="1">
            <dgm:adjLst/>
          </dgm:shape>
          <dgm:presOf/>
        </dgm:layoutNode>
        <dgm:layoutNode name="ParentText" styleLbl="revTx">
          <dgm:varLst>
            <dgm:chMax val="0"/>
            <dgm:chPref val="0"/>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lFrame" styleLbl="node1">
          <dgm:alg type="sp"/>
          <dgm:shape xmlns:r="http://schemas.openxmlformats.org/officeDocument/2006/relationships" type="halfFrame" r:blip="">
            <dgm:adjLst>
              <dgm:adj idx="1" val="0.2577"/>
              <dgm:adj idx="2" val="0.2577"/>
            </dgm:adjLst>
          </dgm:shape>
          <dgm:presOf/>
        </dgm:layoutNode>
        <dgm:layoutNode name="trFrame" styleLbl="node1">
          <dgm:alg type="sp"/>
          <dgm:shape xmlns:r="http://schemas.openxmlformats.org/officeDocument/2006/relationships" rot="90" type="halfFrame" r:blip="">
            <dgm:adjLst>
              <dgm:adj idx="1" val="0.2577"/>
              <dgm:adj idx="2" val="0.2577"/>
            </dgm:adjLst>
          </dgm:shape>
          <dgm:presOf/>
        </dgm:layoutNode>
        <dgm:layoutNode name="blFrame" styleLbl="node1">
          <dgm:alg type="sp"/>
          <dgm:shape xmlns:r="http://schemas.openxmlformats.org/officeDocument/2006/relationships" rot="270" type="halfFrame" r:blip="">
            <dgm:adjLst>
              <dgm:adj idx="1" val="0.2577"/>
              <dgm:adj idx="2" val="0.2577"/>
            </dgm:adjLst>
          </dgm:shape>
          <dgm:presOf/>
        </dgm:layoutNode>
        <dgm:layoutNode name="brFrame" styleLbl="node1">
          <dgm:alg type="sp"/>
          <dgm:shape xmlns:r="http://schemas.openxmlformats.org/officeDocument/2006/relationships" rot="180" type="halfFrame" r:blip="">
            <dgm:adjLst>
              <dgm:adj idx="1" val="0.2577"/>
              <dgm:adj idx="2" val="0.2577"/>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9/3/layout/FramedTextPicture">
  <dgm:title val=""/>
  <dgm:desc val=""/>
  <dgm:catLst>
    <dgm:cat type="picture" pri="20000"/>
    <dgm:cat type="pictureconvert" pri="20000"/>
  </dgm:catLst>
  <dgm:sampData>
    <dgm:dataModel>
      <dgm:ptLst>
        <dgm:pt modelId="0" type="doc"/>
        <dgm:pt modelId="10">
          <dgm:prSet phldr="1"/>
        </dgm:pt>
      </dgm:ptLst>
      <dgm:cxnLst>
        <dgm:cxn modelId="20" srcId="0" destId="10" srcOrd="0" destOrd="0"/>
      </dgm:cxnLst>
      <dgm:bg/>
      <dgm:whole/>
    </dgm:dataModel>
  </dgm:sampData>
  <dgm:styleData>
    <dgm:dataModel>
      <dgm:ptLst>
        <dgm:pt modelId="0" type="doc"/>
        <dgm:pt modelId="10">
          <dgm:prSet phldr="1"/>
        </dgm:pt>
      </dgm:ptLst>
      <dgm:cxnLst>
        <dgm:cxn modelId="20" srcId="0" destId="10" srcOrd="0" destOrd="0"/>
      </dgm:cxnLst>
      <dgm:bg/>
      <dgm:whole/>
    </dgm:dataModel>
  </dgm:styleData>
  <dgm:clrData>
    <dgm:dataModel>
      <dgm:ptLst>
        <dgm:pt modelId="0" type="doc"/>
        <dgm:pt modelId="10">
          <dgm:prSet phldr="1"/>
        </dgm:pt>
      </dgm:ptLst>
      <dgm:cxnLst>
        <dgm:cxn modelId="20" srcId="0" destId="10" srcOrd="0" destOrd="0"/>
      </dgm:cxnLst>
      <dgm:bg/>
      <dgm:whole/>
    </dgm:dataModel>
  </dgm:clrData>
  <dgm:layoutNode name="Name0">
    <dgm:varLst>
      <dgm:chMax/>
      <dgm:chPref/>
      <dgm:dir/>
    </dgm:varLst>
    <dgm:choose name="Name1">
      <dgm:if name="Name2" func="var" arg="dir" op="equ" val="norm">
        <dgm:alg type="snake">
          <dgm:param type="grDir" val="tL"/>
          <dgm:param type="off" val="ctr"/>
        </dgm:alg>
      </dgm:if>
      <dgm:else name="Name3">
        <dgm:alg type="snake">
          <dgm:param type="grDir" val="tR"/>
          <dgm:param type="off" val="ctr"/>
        </dgm:alg>
      </dgm:else>
    </dgm:choose>
    <dgm:shape xmlns:r="http://schemas.openxmlformats.org/officeDocument/2006/relationships" r:blip="">
      <dgm:adjLst/>
    </dgm:shape>
    <dgm:constrLst>
      <dgm:constr type="w" for="ch" forName="composite" refType="w"/>
      <dgm:constr type="h" for="ch" forName="composite" refType="h"/>
      <dgm:constr type="primFontSz" for="des" ptType="node" op="equ" val="65"/>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dgm:chPref/>
        </dgm:varLst>
        <dgm:alg type="composite">
          <dgm:param type="ar" val="1.5179"/>
        </dgm:alg>
        <dgm:shape xmlns:r="http://schemas.openxmlformats.org/officeDocument/2006/relationships" r:blip="">
          <dgm:adjLst/>
        </dgm:shape>
        <dgm:choose name="Name4">
          <dgm:if name="Name5" func="var" arg="dir" op="equ" val="norm">
            <dgm:constrLst>
              <dgm:constr type="l" for="ch" forName="Image" refType="w" fact="0"/>
              <dgm:constr type="t" for="ch" forName="Image" refType="h" fact="0"/>
              <dgm:constr type="w" for="ch" forName="Image" refType="w" fact="0.3856"/>
              <dgm:constr type="h" for="ch" forName="Image" refType="h" fact="0.3902"/>
              <dgm:constr type="l" for="ch" forName="ParentText" refType="w" fact="0.4017"/>
              <dgm:constr type="t" for="ch" forName="ParentText" refType="h" fact="0.4146"/>
              <dgm:constr type="w" for="ch" forName="ParentText" refType="w" fact="0.5463"/>
              <dgm:constr type="h" for="ch" forName="ParentText" refType="h" fact="0.5122"/>
              <dgm:constr type="l" for="ch" forName="tlFrame" refType="w" fact="0.3535"/>
              <dgm:constr type="t" for="ch" forName="tlFrame" refType="h" fact="0.3415"/>
              <dgm:constr type="w" for="ch" forName="tlFrame" refType="w" fact="0.1312"/>
              <dgm:constr type="h" for="ch" forName="tlFrame" refType="h" fact="0.1992"/>
              <dgm:constr type="l" for="ch" forName="trFrame" refType="w" fact="0.8688"/>
              <dgm:constr type="t" for="ch" forName="trFrame" refType="h" fact="0.3415"/>
              <dgm:constr type="w" for="ch" forName="trFrame" refType="w" fact="0.1312"/>
              <dgm:constr type="h" for="ch" forName="trFrame" refType="h" fact="0.1992"/>
              <dgm:constr type="l" for="ch" forName="blFrame" refType="w" fact="0.3535"/>
              <dgm:constr type="t" for="ch" forName="blFrame" refType="h" fact="0.8008"/>
              <dgm:constr type="w" for="ch" forName="blFrame" refType="w" fact="0.1312"/>
              <dgm:constr type="h" for="ch" forName="blFrame" refType="h" fact="0.1992"/>
              <dgm:constr type="l" for="ch" forName="brFrame" refType="w" fact="0.8688"/>
              <dgm:constr type="t" for="ch" forName="brFrame" refType="h" fact="0.8008"/>
              <dgm:constr type="w" for="ch" forName="brFrame" refType="w" fact="0.1312"/>
              <dgm:constr type="h" for="ch" forName="brFrame" refType="h" fact="0.1992"/>
            </dgm:constrLst>
          </dgm:if>
          <dgm:else name="Name6">
            <dgm:constrLst>
              <dgm:constr type="l" for="ch" forName="Image" refType="w" fact="0.6144"/>
              <dgm:constr type="t" for="ch" forName="Image" refType="h" fact="0"/>
              <dgm:constr type="w" for="ch" forName="Image" refType="w" fact="0.3856"/>
              <dgm:constr type="h" for="ch" forName="Image" refType="h" fact="0.3902"/>
              <dgm:constr type="l" for="ch" forName="ParentText" refType="w" fact="0.0482"/>
              <dgm:constr type="t" for="ch" forName="ParentText" refType="h" fact="0.4146"/>
              <dgm:constr type="w" for="ch" forName="ParentText" refType="w" fact="0.5463"/>
              <dgm:constr type="h" for="ch" forName="ParentText" refType="h" fact="0.5122"/>
              <dgm:constr type="l" for="ch" forName="tlFrame" refType="w" fact="0"/>
              <dgm:constr type="t" for="ch" forName="tlFrame" refType="h" fact="0.3415"/>
              <dgm:constr type="w" for="ch" forName="tlFrame" refType="w" fact="0.1312"/>
              <dgm:constr type="h" for="ch" forName="tlFrame" refType="h" fact="0.1992"/>
              <dgm:constr type="l" for="ch" forName="trFrame" refType="w" fact="0.5153"/>
              <dgm:constr type="t" for="ch" forName="trFrame" refType="h" fact="0.3415"/>
              <dgm:constr type="w" for="ch" forName="trFrame" refType="w" fact="0.1312"/>
              <dgm:constr type="h" for="ch" forName="trFrame" refType="h" fact="0.1992"/>
              <dgm:constr type="l" for="ch" forName="blFrame" refType="w" fact="0"/>
              <dgm:constr type="t" for="ch" forName="blFrame" refType="h" fact="0.8008"/>
              <dgm:constr type="w" for="ch" forName="blFrame" refType="w" fact="0.1312"/>
              <dgm:constr type="h" for="ch" forName="blFrame" refType="h" fact="0.1992"/>
              <dgm:constr type="l" for="ch" forName="brFrame" refType="w" fact="0.5153"/>
              <dgm:constr type="t" for="ch" forName="brFrame" refType="h" fact="0.8008"/>
              <dgm:constr type="w" for="ch" forName="brFrame" refType="w" fact="0.1312"/>
              <dgm:constr type="h" for="ch" forName="brFrame" refType="h" fact="0.1992"/>
            </dgm:constrLst>
          </dgm:else>
        </dgm:choose>
        <dgm:layoutNode name="Image" styleLbl="bgImgPlace1">
          <dgm:alg type="sp"/>
          <dgm:shape xmlns:r="http://schemas.openxmlformats.org/officeDocument/2006/relationships" type="rect" r:blip="" blipPhldr="1">
            <dgm:adjLst/>
          </dgm:shape>
          <dgm:presOf/>
        </dgm:layoutNode>
        <dgm:layoutNode name="ParentText" styleLbl="revTx">
          <dgm:varLst>
            <dgm:chMax val="0"/>
            <dgm:chPref val="0"/>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lFrame" styleLbl="node1">
          <dgm:alg type="sp"/>
          <dgm:shape xmlns:r="http://schemas.openxmlformats.org/officeDocument/2006/relationships" type="halfFrame" r:blip="">
            <dgm:adjLst>
              <dgm:adj idx="1" val="0.2577"/>
              <dgm:adj idx="2" val="0.2577"/>
            </dgm:adjLst>
          </dgm:shape>
          <dgm:presOf/>
        </dgm:layoutNode>
        <dgm:layoutNode name="trFrame" styleLbl="node1">
          <dgm:alg type="sp"/>
          <dgm:shape xmlns:r="http://schemas.openxmlformats.org/officeDocument/2006/relationships" rot="90" type="halfFrame" r:blip="">
            <dgm:adjLst>
              <dgm:adj idx="1" val="0.2577"/>
              <dgm:adj idx="2" val="0.2577"/>
            </dgm:adjLst>
          </dgm:shape>
          <dgm:presOf/>
        </dgm:layoutNode>
        <dgm:layoutNode name="blFrame" styleLbl="node1">
          <dgm:alg type="sp"/>
          <dgm:shape xmlns:r="http://schemas.openxmlformats.org/officeDocument/2006/relationships" rot="270" type="halfFrame" r:blip="">
            <dgm:adjLst>
              <dgm:adj idx="1" val="0.2577"/>
              <dgm:adj idx="2" val="0.2577"/>
            </dgm:adjLst>
          </dgm:shape>
          <dgm:presOf/>
        </dgm:layoutNode>
        <dgm:layoutNode name="brFrame" styleLbl="node1">
          <dgm:alg type="sp"/>
          <dgm:shape xmlns:r="http://schemas.openxmlformats.org/officeDocument/2006/relationships" rot="180" type="halfFrame" r:blip="">
            <dgm:adjLst>
              <dgm:adj idx="1" val="0.2577"/>
              <dgm:adj idx="2" val="0.2577"/>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8489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t>
            </a:r>
          </a:p>
          <a:p>
            <a:r>
              <a:rPr lang="en-US" dirty="0"/>
              <a:t>This is team alpha consisting of 3 members :   ARKA DAS  ANJALI JHA AND ARPAN SANTRA  </a:t>
            </a:r>
            <a:r>
              <a:rPr lang="en-US" dirty="0" err="1"/>
              <a:t>guilded</a:t>
            </a:r>
            <a:r>
              <a:rPr lang="en-US" dirty="0"/>
              <a:t> by sir Rupan </a:t>
            </a:r>
            <a:r>
              <a:rPr lang="en-US" dirty="0" err="1"/>
              <a:t>panja</a:t>
            </a:r>
            <a:r>
              <a:rPr lang="en-US" dirty="0"/>
              <a:t> and sir </a:t>
            </a:r>
            <a:r>
              <a:rPr lang="en-US" dirty="0" err="1"/>
              <a:t>santosh</a:t>
            </a:r>
            <a:r>
              <a:rPr lang="en-US" dirty="0"/>
              <a:t> </a:t>
            </a:r>
            <a:r>
              <a:rPr lang="en-US" dirty="0" err="1"/>
              <a:t>kumar</a:t>
            </a:r>
            <a:r>
              <a:rPr lang="en-US" dirty="0"/>
              <a:t> </a:t>
            </a:r>
            <a:r>
              <a:rPr lang="en-US" dirty="0" err="1"/>
              <a:t>sharma</a:t>
            </a:r>
            <a:endParaRPr lang="en-US" dirty="0"/>
          </a:p>
          <a:p>
            <a:endParaRPr lang="en-US" dirty="0"/>
          </a:p>
          <a:p>
            <a:r>
              <a:rPr lang="en-US" dirty="0"/>
              <a:t>Now my friend </a:t>
            </a:r>
            <a:r>
              <a:rPr lang="en-US" dirty="0" err="1"/>
              <a:t>arka</a:t>
            </a:r>
            <a:r>
              <a:rPr lang="en-US" dirty="0"/>
              <a:t> will start with the demonstration of our project</a:t>
            </a:r>
          </a:p>
          <a:p>
            <a:r>
              <a:rPr lang="en-US"/>
              <a:t>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9469611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Presentating</a:t>
            </a:r>
            <a:r>
              <a:rPr lang="en-US" dirty="0"/>
              <a:t> you alpha </a:t>
            </a:r>
            <a:r>
              <a:rPr lang="en-US" dirty="0" err="1"/>
              <a:t>forcast</a:t>
            </a:r>
            <a:endParaRPr lang="en-US" dirty="0"/>
          </a:p>
          <a:p>
            <a:endParaRPr lang="en-US" dirty="0"/>
          </a:p>
          <a:p>
            <a:r>
              <a:rPr lang="en-US" dirty="0"/>
              <a:t>Which is a </a:t>
            </a:r>
            <a:r>
              <a:rPr lang="en-US" dirty="0" err="1"/>
              <a:t>computional</a:t>
            </a:r>
            <a:r>
              <a:rPr lang="en-US" dirty="0"/>
              <a:t> study of predicting future stock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all we need 2 introduce what is stock market</a:t>
            </a:r>
          </a:p>
          <a:p>
            <a:endParaRPr lang="en-US" dirty="0"/>
          </a:p>
          <a:p>
            <a:r>
              <a:rPr lang="en-US" dirty="0"/>
              <a:t>It is a network of stock exchanges where traders and </a:t>
            </a:r>
            <a:r>
              <a:rPr lang="en-US" dirty="0" err="1"/>
              <a:t>investers</a:t>
            </a:r>
            <a:r>
              <a:rPr lang="en-US" dirty="0"/>
              <a:t> buy and sell shares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962480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724922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51750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095932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59222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923163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369927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337944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198163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673138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2830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328808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0655490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8810253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we seen from the demonstration given by Anjali and </a:t>
            </a:r>
            <a:r>
              <a:rPr lang="en-US" dirty="0" err="1"/>
              <a:t>arka</a:t>
            </a:r>
            <a:r>
              <a:rPr lang="en-US" dirty="0"/>
              <a:t> that how our model can predict the future stocks for long term investment .</a:t>
            </a:r>
          </a:p>
          <a:p>
            <a:r>
              <a:rPr lang="en-US" dirty="0"/>
              <a:t>From now we will see how our model can be used for short term investment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0186988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1611147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Normally, if we take any algorithm to find the tops and bottoms it can be give birth to a problem of local maxima or minima</a:t>
            </a:r>
          </a:p>
          <a:p>
            <a:endParaRPr lang="en-US" dirty="0"/>
          </a:p>
          <a:p>
            <a:r>
              <a:rPr lang="en-US" dirty="0"/>
              <a:t>Which can see though the graph that our prediction curve doesn’t quite follow the original test curve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1003237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66221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8789599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experiment goal concludes here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975679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5380779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score is quite low compared to previous results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8690691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0665759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182344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6030048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2971808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600543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371383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dirty="0"/>
          </a:p>
        </p:txBody>
      </p:sp>
      <p:sp>
        <p:nvSpPr>
          <p:cNvPr id="5" name="Text 2"/>
          <p:cNvSpPr/>
          <p:nvPr/>
        </p:nvSpPr>
        <p:spPr>
          <a:xfrm>
            <a:off x="520995" y="3983653"/>
            <a:ext cx="13797201" cy="2149435"/>
          </a:xfrm>
          <a:prstGeom prst="rect">
            <a:avLst/>
          </a:prstGeom>
          <a:noFill/>
          <a:ln/>
        </p:spPr>
        <p:txBody>
          <a:bodyPr wrap="square" rtlCol="0" anchor="t"/>
          <a:lstStyle/>
          <a:p>
            <a:pPr marL="0" indent="0">
              <a:lnSpc>
                <a:spcPts val="7101"/>
              </a:lnSpc>
              <a:buNone/>
            </a:pPr>
            <a:r>
              <a:rPr lang="en-US" sz="20000" dirty="0">
                <a:solidFill>
                  <a:srgbClr val="38512F"/>
                </a:solidFill>
                <a:latin typeface="Lora" pitchFamily="34" charset="0"/>
              </a:rPr>
              <a:t>WELCOME</a:t>
            </a:r>
            <a:endParaRPr lang="en-US" sz="20000" dirty="0"/>
          </a:p>
        </p:txBody>
      </p:sp>
      <p:sp>
        <p:nvSpPr>
          <p:cNvPr id="6" name="Text 3"/>
          <p:cNvSpPr/>
          <p:nvPr/>
        </p:nvSpPr>
        <p:spPr>
          <a:xfrm>
            <a:off x="833199" y="3865419"/>
            <a:ext cx="7477601" cy="1192952"/>
          </a:xfrm>
          <a:prstGeom prst="rect">
            <a:avLst/>
          </a:prstGeom>
          <a:noFill/>
          <a:ln/>
        </p:spPr>
        <p:txBody>
          <a:bodyPr wrap="square" rtlCol="0" anchor="t"/>
          <a:lstStyle/>
          <a:p>
            <a:pPr marL="0" indent="0">
              <a:lnSpc>
                <a:spcPts val="2799"/>
              </a:lnSpc>
              <a:buNone/>
            </a:pPr>
            <a:endParaRPr lang="en-US" sz="2000" dirty="0"/>
          </a:p>
        </p:txBody>
      </p:sp>
      <p:sp>
        <p:nvSpPr>
          <p:cNvPr id="7" name="Text 4"/>
          <p:cNvSpPr/>
          <p:nvPr/>
        </p:nvSpPr>
        <p:spPr>
          <a:xfrm>
            <a:off x="833199" y="5735264"/>
            <a:ext cx="7477602" cy="960715"/>
          </a:xfrm>
          <a:prstGeom prst="rect">
            <a:avLst/>
          </a:prstGeom>
          <a:noFill/>
          <a:ln/>
        </p:spPr>
        <p:txBody>
          <a:bodyPr wrap="square" rtlCol="0" anchor="t"/>
          <a:lstStyle/>
          <a:p>
            <a:pPr marL="0" indent="0">
              <a:lnSpc>
                <a:spcPts val="2799"/>
              </a:lnSpc>
              <a:buNone/>
            </a:pPr>
            <a:endParaRPr lang="en-US" sz="2000" dirty="0"/>
          </a:p>
        </p:txBody>
      </p:sp>
    </p:spTree>
    <p:extLst>
      <p:ext uri="{BB962C8B-B14F-4D97-AF65-F5344CB8AC3E}">
        <p14:creationId xmlns:p14="http://schemas.microsoft.com/office/powerpoint/2010/main" val="3927042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xit" presetSubtype="0" fill="hold" grpId="0" nodeType="clickEffect">
                                  <p:stCondLst>
                                    <p:cond delay="0"/>
                                  </p:stCondLst>
                                  <p:childTnLst>
                                    <p:animEffect transition="out" filter="wipe(down)">
                                      <p:cBhvr>
                                        <p:cTn id="6" dur="180" accel="50000">
                                          <p:stCondLst>
                                            <p:cond delay="1820"/>
                                          </p:stCondLst>
                                        </p:cTn>
                                        <p:tgtEl>
                                          <p:spTgt spid="5"/>
                                        </p:tgtEl>
                                      </p:cBhvr>
                                    </p:animEffect>
                                    <p:anim calcmode="lin" valueType="num">
                                      <p:cBhvr>
                                        <p:cTn id="7" dur="1822" tmFilter="0,0; 0.14,0.31; 0.43,0.73; 0.71,0.91; 1.0,1.0">
                                          <p:stCondLst>
                                            <p:cond delay="0"/>
                                          </p:stCondLst>
                                        </p:cTn>
                                        <p:tgtEl>
                                          <p:spTgt spid="5"/>
                                        </p:tgtEl>
                                        <p:attrNameLst>
                                          <p:attrName>ppt_x</p:attrName>
                                        </p:attrNameLst>
                                      </p:cBhvr>
                                      <p:tavLst>
                                        <p:tav tm="0">
                                          <p:val>
                                            <p:strVal val="ppt_x"/>
                                          </p:val>
                                        </p:tav>
                                        <p:tav tm="100000">
                                          <p:val>
                                            <p:strVal val="#ppt_x+0.25"/>
                                          </p:val>
                                        </p:tav>
                                      </p:tavLst>
                                    </p:anim>
                                    <p:anim calcmode="lin" valueType="num">
                                      <p:cBhvr>
                                        <p:cTn id="8" dur="178">
                                          <p:stCondLst>
                                            <p:cond delay="1822"/>
                                          </p:stCondLst>
                                        </p:cTn>
                                        <p:tgtEl>
                                          <p:spTgt spid="5"/>
                                        </p:tgtEl>
                                        <p:attrNameLst>
                                          <p:attrName>ppt_x</p:attrName>
                                        </p:attrNameLst>
                                      </p:cBhvr>
                                      <p:tavLst>
                                        <p:tav tm="0">
                                          <p:val>
                                            <p:strVal val="ppt_x"/>
                                          </p:val>
                                        </p:tav>
                                        <p:tav tm="100000">
                                          <p:val>
                                            <p:strVal val="ppt_x"/>
                                          </p:val>
                                        </p:tav>
                                      </p:tavLst>
                                    </p:anim>
                                    <p:anim calcmode="lin" valueType="num">
                                      <p:cBhvr>
                                        <p:cTn id="9" dur="664" tmFilter="0.0,0.0;0.25,0.07;0.50,0.2;0.75,0.467;1.0,1.0">
                                          <p:stCondLst>
                                            <p:cond delay="0"/>
                                          </p:stCondLst>
                                        </p:cTn>
                                        <p:tgtEl>
                                          <p:spTgt spid="5"/>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 dur="180" accel="50000">
                                          <p:stCondLst>
                                            <p:cond delay="1820"/>
                                          </p:stCondLst>
                                        </p:cTn>
                                        <p:tgtEl>
                                          <p:spTgt spid="5"/>
                                        </p:tgtEl>
                                        <p:attrNameLst>
                                          <p:attrName>ppt_y</p:attrName>
                                        </p:attrNameLst>
                                      </p:cBhvr>
                                      <p:tavLst>
                                        <p:tav tm="0">
                                          <p:val>
                                            <p:strVal val="ppt_y"/>
                                          </p:val>
                                        </p:tav>
                                        <p:tav tm="100000">
                                          <p:val>
                                            <p:strVal val="ppt_y+ppt_h"/>
                                          </p:val>
                                        </p:tav>
                                      </p:tavLst>
                                    </p:anim>
                                    <p:animScale>
                                      <p:cBhvr>
                                        <p:cTn id="14" dur="26">
                                          <p:stCondLst>
                                            <p:cond delay="620"/>
                                          </p:stCondLst>
                                        </p:cTn>
                                        <p:tgtEl>
                                          <p:spTgt spid="5"/>
                                        </p:tgtEl>
                                      </p:cBhvr>
                                      <p:to x="100000" y="60000"/>
                                    </p:animScale>
                                    <p:animScale>
                                      <p:cBhvr>
                                        <p:cTn id="15" dur="166" decel="50000">
                                          <p:stCondLst>
                                            <p:cond delay="646"/>
                                          </p:stCondLst>
                                        </p:cTn>
                                        <p:tgtEl>
                                          <p:spTgt spid="5"/>
                                        </p:tgtEl>
                                      </p:cBhvr>
                                      <p:to x="100000" y="100000"/>
                                    </p:animScale>
                                    <p:animScale>
                                      <p:cBhvr>
                                        <p:cTn id="16" dur="26">
                                          <p:stCondLst>
                                            <p:cond delay="1312"/>
                                          </p:stCondLst>
                                        </p:cTn>
                                        <p:tgtEl>
                                          <p:spTgt spid="5"/>
                                        </p:tgtEl>
                                      </p:cBhvr>
                                      <p:to x="100000" y="80000"/>
                                    </p:animScale>
                                    <p:animScale>
                                      <p:cBhvr>
                                        <p:cTn id="17" dur="166" decel="50000">
                                          <p:stCondLst>
                                            <p:cond delay="1338"/>
                                          </p:stCondLst>
                                        </p:cTn>
                                        <p:tgtEl>
                                          <p:spTgt spid="5"/>
                                        </p:tgtEl>
                                      </p:cBhvr>
                                      <p:to x="100000" y="100000"/>
                                    </p:animScale>
                                    <p:animScale>
                                      <p:cBhvr>
                                        <p:cTn id="18" dur="26">
                                          <p:stCondLst>
                                            <p:cond delay="1642"/>
                                          </p:stCondLst>
                                        </p:cTn>
                                        <p:tgtEl>
                                          <p:spTgt spid="5"/>
                                        </p:tgtEl>
                                      </p:cBhvr>
                                      <p:to x="100000" y="90000"/>
                                    </p:animScale>
                                    <p:animScale>
                                      <p:cBhvr>
                                        <p:cTn id="19" dur="166" decel="50000">
                                          <p:stCondLst>
                                            <p:cond delay="1668"/>
                                          </p:stCondLst>
                                        </p:cTn>
                                        <p:tgtEl>
                                          <p:spTgt spid="5"/>
                                        </p:tgtEl>
                                      </p:cBhvr>
                                      <p:to x="100000" y="100000"/>
                                    </p:animScale>
                                    <p:animScale>
                                      <p:cBhvr>
                                        <p:cTn id="20" dur="26">
                                          <p:stCondLst>
                                            <p:cond delay="1808"/>
                                          </p:stCondLst>
                                        </p:cTn>
                                        <p:tgtEl>
                                          <p:spTgt spid="5"/>
                                        </p:tgtEl>
                                      </p:cBhvr>
                                      <p:to x="100000" y="95000"/>
                                    </p:animScale>
                                    <p:animScale>
                                      <p:cBhvr>
                                        <p:cTn id="21" dur="166" decel="50000">
                                          <p:stCondLst>
                                            <p:cond delay="1834"/>
                                          </p:stCondLst>
                                        </p:cTn>
                                        <p:tgtEl>
                                          <p:spTgt spid="5"/>
                                        </p:tgtEl>
                                      </p:cBhvr>
                                      <p:to x="100000" y="100000"/>
                                    </p:animScale>
                                    <p:set>
                                      <p:cBhvr>
                                        <p:cTn id="22" dur="1" fill="hold">
                                          <p:stCondLst>
                                            <p:cond delay="19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620" y="18032"/>
            <a:ext cx="14630400" cy="8229600"/>
          </a:xfrm>
          <a:prstGeom prst="rect">
            <a:avLst/>
          </a:prstGeom>
          <a:solidFill>
            <a:srgbClr val="F2E4CF"/>
          </a:solidFill>
          <a:ln/>
        </p:spPr>
      </p:sp>
      <p:sp>
        <p:nvSpPr>
          <p:cNvPr id="3" name="Shape 1"/>
          <p:cNvSpPr/>
          <p:nvPr/>
        </p:nvSpPr>
        <p:spPr>
          <a:xfrm>
            <a:off x="0" y="3148446"/>
            <a:ext cx="14630400" cy="8229600"/>
          </a:xfrm>
          <a:prstGeom prst="rect">
            <a:avLst/>
          </a:prstGeom>
          <a:solidFill>
            <a:srgbClr val="FEF5E7"/>
          </a:solidFill>
          <a:ln/>
        </p:spPr>
      </p:sp>
      <p:sp>
        <p:nvSpPr>
          <p:cNvPr id="5" name="Text 2"/>
          <p:cNvSpPr/>
          <p:nvPr/>
        </p:nvSpPr>
        <p:spPr>
          <a:xfrm>
            <a:off x="2309217" y="1570535"/>
            <a:ext cx="9996726" cy="812950"/>
          </a:xfrm>
          <a:prstGeom prst="rect">
            <a:avLst/>
          </a:prstGeom>
          <a:noFill/>
          <a:ln/>
        </p:spPr>
        <p:txBody>
          <a:bodyPr wrap="square" rtlCol="0" anchor="t"/>
          <a:lstStyle/>
          <a:p>
            <a:pPr marL="0" indent="0">
              <a:lnSpc>
                <a:spcPts val="7101"/>
              </a:lnSpc>
              <a:buNone/>
            </a:pPr>
            <a:r>
              <a:rPr lang="en-US" sz="8800" dirty="0">
                <a:solidFill>
                  <a:srgbClr val="38512F"/>
                </a:solidFill>
                <a:latin typeface="Lora" pitchFamily="34" charset="0"/>
                <a:ea typeface="Lora" pitchFamily="34" charset="-122"/>
                <a:cs typeface="Lora" pitchFamily="34" charset="-120"/>
              </a:rPr>
              <a:t>PRESENTING YOU </a:t>
            </a:r>
          </a:p>
        </p:txBody>
      </p:sp>
      <p:sp>
        <p:nvSpPr>
          <p:cNvPr id="6" name="Text 3"/>
          <p:cNvSpPr/>
          <p:nvPr/>
        </p:nvSpPr>
        <p:spPr>
          <a:xfrm>
            <a:off x="833199" y="3865419"/>
            <a:ext cx="7477601" cy="1192952"/>
          </a:xfrm>
          <a:prstGeom prst="rect">
            <a:avLst/>
          </a:prstGeom>
          <a:noFill/>
          <a:ln/>
        </p:spPr>
        <p:txBody>
          <a:bodyPr wrap="square" rtlCol="0" anchor="t"/>
          <a:lstStyle/>
          <a:p>
            <a:pPr marL="0" indent="0">
              <a:lnSpc>
                <a:spcPts val="2799"/>
              </a:lnSpc>
              <a:buNone/>
            </a:pPr>
            <a:endParaRPr lang="en-US" sz="2000" dirty="0"/>
          </a:p>
        </p:txBody>
      </p:sp>
      <p:sp>
        <p:nvSpPr>
          <p:cNvPr id="7" name="Text 4"/>
          <p:cNvSpPr/>
          <p:nvPr/>
        </p:nvSpPr>
        <p:spPr>
          <a:xfrm>
            <a:off x="833199" y="5735264"/>
            <a:ext cx="7477602" cy="960715"/>
          </a:xfrm>
          <a:prstGeom prst="rect">
            <a:avLst/>
          </a:prstGeom>
          <a:noFill/>
          <a:ln/>
        </p:spPr>
        <p:txBody>
          <a:bodyPr wrap="square" rtlCol="0" anchor="t"/>
          <a:lstStyle/>
          <a:p>
            <a:pPr marL="0" indent="0">
              <a:lnSpc>
                <a:spcPts val="2799"/>
              </a:lnSpc>
              <a:buNone/>
            </a:pPr>
            <a:endParaRPr lang="en-US" sz="2000" dirty="0"/>
          </a:p>
        </p:txBody>
      </p:sp>
      <p:sp>
        <p:nvSpPr>
          <p:cNvPr id="8" name="TextBox 7">
            <a:extLst>
              <a:ext uri="{FF2B5EF4-FFF2-40B4-BE49-F238E27FC236}">
                <a16:creationId xmlns:a16="http://schemas.microsoft.com/office/drawing/2014/main" id="{A611AC06-02A3-B3D8-ECC2-2AF6710E5A1C}"/>
              </a:ext>
            </a:extLst>
          </p:cNvPr>
          <p:cNvSpPr txBox="1"/>
          <p:nvPr/>
        </p:nvSpPr>
        <p:spPr>
          <a:xfrm>
            <a:off x="1605201" y="4114800"/>
            <a:ext cx="12192000" cy="1071384"/>
          </a:xfrm>
          <a:prstGeom prst="rect">
            <a:avLst/>
          </a:prstGeom>
          <a:noFill/>
        </p:spPr>
        <p:txBody>
          <a:bodyPr wrap="square" rtlCol="0">
            <a:spAutoFit/>
          </a:bodyPr>
          <a:lstStyle/>
          <a:p>
            <a:pPr marL="0" indent="0">
              <a:lnSpc>
                <a:spcPts val="7101"/>
              </a:lnSpc>
              <a:buNone/>
            </a:pPr>
            <a:endParaRPr lang="en-US" sz="8800" dirty="0"/>
          </a:p>
        </p:txBody>
      </p:sp>
      <p:pic>
        <p:nvPicPr>
          <p:cNvPr id="10" name="Picture 9">
            <a:extLst>
              <a:ext uri="{FF2B5EF4-FFF2-40B4-BE49-F238E27FC236}">
                <a16:creationId xmlns:a16="http://schemas.microsoft.com/office/drawing/2014/main" id="{AD3ECB3D-9E58-7982-0101-15FD4E71DB38}"/>
              </a:ext>
            </a:extLst>
          </p:cNvPr>
          <p:cNvPicPr>
            <a:picLocks noChangeAspect="1"/>
          </p:cNvPicPr>
          <p:nvPr/>
        </p:nvPicPr>
        <p:blipFill>
          <a:blip r:embed="rId3"/>
          <a:stretch>
            <a:fillRect/>
          </a:stretch>
        </p:blipFill>
        <p:spPr>
          <a:xfrm>
            <a:off x="3200400" y="1322244"/>
            <a:ext cx="8229600" cy="822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620" y="18032"/>
            <a:ext cx="14630400" cy="8229600"/>
          </a:xfrm>
          <a:prstGeom prst="rect">
            <a:avLst/>
          </a:prstGeom>
          <a:solidFill>
            <a:srgbClr val="F2E4CF"/>
          </a:solidFill>
          <a:ln/>
        </p:spPr>
      </p:sp>
      <p:sp>
        <p:nvSpPr>
          <p:cNvPr id="3" name="Shape 1"/>
          <p:cNvSpPr/>
          <p:nvPr/>
        </p:nvSpPr>
        <p:spPr>
          <a:xfrm>
            <a:off x="0" y="3148446"/>
            <a:ext cx="14630400" cy="8229600"/>
          </a:xfrm>
          <a:prstGeom prst="rect">
            <a:avLst/>
          </a:prstGeom>
          <a:solidFill>
            <a:srgbClr val="FEF5E7"/>
          </a:solidFill>
          <a:ln/>
        </p:spPr>
      </p:sp>
      <p:pic>
        <p:nvPicPr>
          <p:cNvPr id="4" name="Image 0" descr="preencoded.png"/>
          <p:cNvPicPr>
            <a:picLocks noChangeAspect="1"/>
          </p:cNvPicPr>
          <p:nvPr/>
        </p:nvPicPr>
        <p:blipFill>
          <a:blip r:embed="rId3"/>
          <a:stretch>
            <a:fillRect/>
          </a:stretch>
        </p:blipFill>
        <p:spPr>
          <a:xfrm>
            <a:off x="9151620" y="10390"/>
            <a:ext cx="5486400" cy="8603673"/>
          </a:xfrm>
          <a:prstGeom prst="rect">
            <a:avLst/>
          </a:prstGeom>
        </p:spPr>
      </p:pic>
      <p:sp>
        <p:nvSpPr>
          <p:cNvPr id="5" name="Text 2"/>
          <p:cNvSpPr/>
          <p:nvPr/>
        </p:nvSpPr>
        <p:spPr>
          <a:xfrm>
            <a:off x="833198" y="686536"/>
            <a:ext cx="7477601" cy="1803797"/>
          </a:xfrm>
          <a:prstGeom prst="rect">
            <a:avLst/>
          </a:prstGeom>
          <a:noFill/>
          <a:ln/>
        </p:spPr>
        <p:txBody>
          <a:bodyPr wrap="square" rtlCol="0" anchor="t"/>
          <a:lstStyle/>
          <a:p>
            <a:pPr marL="0" indent="0">
              <a:lnSpc>
                <a:spcPts val="7101"/>
              </a:lnSpc>
              <a:buNone/>
            </a:pPr>
            <a:r>
              <a:rPr lang="en-US" sz="5681" dirty="0">
                <a:solidFill>
                  <a:srgbClr val="38512F"/>
                </a:solidFill>
                <a:latin typeface="Lora" pitchFamily="34" charset="0"/>
                <a:ea typeface="Lora" pitchFamily="34" charset="-122"/>
                <a:cs typeface="Lora" pitchFamily="34" charset="-120"/>
              </a:rPr>
              <a:t>Introduction to the Stock Market</a:t>
            </a:r>
            <a:endParaRPr lang="en-US" sz="5681" dirty="0"/>
          </a:p>
        </p:txBody>
      </p:sp>
      <p:sp>
        <p:nvSpPr>
          <p:cNvPr id="6" name="Text 3"/>
          <p:cNvSpPr/>
          <p:nvPr/>
        </p:nvSpPr>
        <p:spPr>
          <a:xfrm>
            <a:off x="833199" y="3865419"/>
            <a:ext cx="7477601" cy="1192952"/>
          </a:xfrm>
          <a:prstGeom prst="rect">
            <a:avLst/>
          </a:prstGeom>
          <a:noFill/>
          <a:ln/>
        </p:spPr>
        <p:txBody>
          <a:bodyPr wrap="square" rtlCol="0" anchor="t"/>
          <a:lstStyle/>
          <a:p>
            <a:pPr marL="0" indent="0">
              <a:lnSpc>
                <a:spcPts val="2799"/>
              </a:lnSpc>
              <a:buNone/>
            </a:pPr>
            <a:r>
              <a:rPr lang="en-US" sz="2000" dirty="0">
                <a:solidFill>
                  <a:srgbClr val="3A3630"/>
                </a:solidFill>
                <a:latin typeface="Source Sans Pro" pitchFamily="34" charset="0"/>
                <a:ea typeface="Source Sans Pro" pitchFamily="34" charset="-122"/>
                <a:cs typeface="Source Sans Pro" pitchFamily="34" charset="-120"/>
              </a:rPr>
              <a:t>Today's world is of globalization, many businesses and Organization started developing international influence.</a:t>
            </a:r>
            <a:endParaRPr lang="en-US" sz="2000" dirty="0"/>
          </a:p>
        </p:txBody>
      </p:sp>
      <p:sp>
        <p:nvSpPr>
          <p:cNvPr id="7" name="Text 4"/>
          <p:cNvSpPr/>
          <p:nvPr/>
        </p:nvSpPr>
        <p:spPr>
          <a:xfrm>
            <a:off x="833199" y="5735264"/>
            <a:ext cx="7477602" cy="960715"/>
          </a:xfrm>
          <a:prstGeom prst="rect">
            <a:avLst/>
          </a:prstGeom>
          <a:noFill/>
          <a:ln/>
        </p:spPr>
        <p:txBody>
          <a:bodyPr wrap="square" rtlCol="0" anchor="t"/>
          <a:lstStyle/>
          <a:p>
            <a:pPr marL="0" indent="0">
              <a:lnSpc>
                <a:spcPts val="2799"/>
              </a:lnSpc>
              <a:buNone/>
            </a:pPr>
            <a:r>
              <a:rPr lang="en-US" sz="2000" dirty="0">
                <a:solidFill>
                  <a:srgbClr val="3A3630"/>
                </a:solidFill>
                <a:latin typeface="Source Sans Pro" pitchFamily="34" charset="0"/>
                <a:ea typeface="Source Sans Pro" pitchFamily="34" charset="-122"/>
                <a:cs typeface="Source Sans Pro" pitchFamily="34" charset="-120"/>
              </a:rPr>
              <a:t>More data are created on a daily basis, which leads to fluctuation in stock market  is very common.</a:t>
            </a:r>
            <a:endParaRPr lang="en-US" sz="2000" dirty="0"/>
          </a:p>
        </p:txBody>
      </p:sp>
    </p:spTree>
    <p:extLst>
      <p:ext uri="{BB962C8B-B14F-4D97-AF65-F5344CB8AC3E}">
        <p14:creationId xmlns:p14="http://schemas.microsoft.com/office/powerpoint/2010/main" val="347795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906" y="-1051917"/>
            <a:ext cx="14630400" cy="8229600"/>
          </a:xfrm>
          <a:prstGeom prst="rect">
            <a:avLst/>
          </a:prstGeom>
          <a:solidFill>
            <a:srgbClr val="F2E4CF"/>
          </a:solidFill>
          <a:ln/>
        </p:spPr>
      </p:sp>
      <p:sp>
        <p:nvSpPr>
          <p:cNvPr id="3" name="Shape 1"/>
          <p:cNvSpPr/>
          <p:nvPr/>
        </p:nvSpPr>
        <p:spPr>
          <a:xfrm>
            <a:off x="6906" y="2971800"/>
            <a:ext cx="14630400" cy="8229600"/>
          </a:xfrm>
          <a:prstGeom prst="rect">
            <a:avLst/>
          </a:prstGeom>
          <a:solidFill>
            <a:srgbClr val="FEF5E7"/>
          </a:solidFill>
          <a:ln/>
        </p:spPr>
      </p:sp>
      <p:sp>
        <p:nvSpPr>
          <p:cNvPr id="4" name="Text 2"/>
          <p:cNvSpPr/>
          <p:nvPr/>
        </p:nvSpPr>
        <p:spPr>
          <a:xfrm>
            <a:off x="2348389" y="1103471"/>
            <a:ext cx="9281874" cy="653415"/>
          </a:xfrm>
          <a:prstGeom prst="rect">
            <a:avLst/>
          </a:prstGeom>
          <a:noFill/>
          <a:ln/>
        </p:spPr>
        <p:txBody>
          <a:bodyPr wrap="none" rtlCol="0" anchor="t"/>
          <a:lstStyle/>
          <a:p>
            <a:pPr marL="0" indent="0">
              <a:lnSpc>
                <a:spcPts val="5146"/>
              </a:lnSpc>
              <a:buNone/>
            </a:pPr>
            <a:r>
              <a:rPr lang="en-US" sz="4117" b="1" dirty="0">
                <a:solidFill>
                  <a:srgbClr val="38512F"/>
                </a:solidFill>
                <a:latin typeface="Lora" pitchFamily="34" charset="0"/>
                <a:ea typeface="Lora" pitchFamily="34" charset="-122"/>
                <a:cs typeface="Lora" pitchFamily="34" charset="-120"/>
              </a:rPr>
              <a:t>Challenges in Stock Market Prediction</a:t>
            </a:r>
            <a:endParaRPr lang="en-US" sz="4117" b="1" dirty="0"/>
          </a:p>
        </p:txBody>
      </p:sp>
      <p:sp>
        <p:nvSpPr>
          <p:cNvPr id="5" name="Text 3"/>
          <p:cNvSpPr/>
          <p:nvPr/>
        </p:nvSpPr>
        <p:spPr>
          <a:xfrm>
            <a:off x="2348389" y="3164681"/>
            <a:ext cx="9933503" cy="355402"/>
          </a:xfrm>
          <a:prstGeom prst="rect">
            <a:avLst/>
          </a:prstGeom>
          <a:noFill/>
          <a:ln/>
        </p:spPr>
        <p:txBody>
          <a:bodyPr wrap="none" rtlCol="0" anchor="t"/>
          <a:lstStyle/>
          <a:p>
            <a:pPr marL="0" indent="0">
              <a:lnSpc>
                <a:spcPts val="2799"/>
              </a:lnSpc>
              <a:buNone/>
            </a:pPr>
            <a:endParaRPr lang="en-US" sz="1750" dirty="0"/>
          </a:p>
        </p:txBody>
      </p:sp>
      <p:sp>
        <p:nvSpPr>
          <p:cNvPr id="6" name="Text 4"/>
          <p:cNvSpPr/>
          <p:nvPr/>
        </p:nvSpPr>
        <p:spPr>
          <a:xfrm>
            <a:off x="1870365" y="3912274"/>
            <a:ext cx="3092042" cy="406719"/>
          </a:xfrm>
          <a:prstGeom prst="rect">
            <a:avLst/>
          </a:prstGeom>
          <a:noFill/>
          <a:ln/>
        </p:spPr>
        <p:txBody>
          <a:bodyPr wrap="none" rtlCol="0" anchor="t"/>
          <a:lstStyle/>
          <a:p>
            <a:pPr marL="0" indent="0">
              <a:lnSpc>
                <a:spcPts val="2573"/>
              </a:lnSpc>
              <a:buNone/>
            </a:pPr>
            <a:r>
              <a:rPr lang="en-US" sz="2058" b="1" i="1" dirty="0">
                <a:solidFill>
                  <a:srgbClr val="38512F"/>
                </a:solidFill>
                <a:latin typeface="Lora" pitchFamily="34" charset="0"/>
                <a:ea typeface="Lora" pitchFamily="34" charset="-122"/>
                <a:cs typeface="Lora" pitchFamily="34" charset="-120"/>
              </a:rPr>
              <a:t>Volatility</a:t>
            </a:r>
            <a:endParaRPr lang="en-US" sz="2058" b="1" i="1" dirty="0"/>
          </a:p>
        </p:txBody>
      </p:sp>
      <p:sp>
        <p:nvSpPr>
          <p:cNvPr id="7" name="Text 5"/>
          <p:cNvSpPr/>
          <p:nvPr/>
        </p:nvSpPr>
        <p:spPr>
          <a:xfrm>
            <a:off x="1452444" y="4756115"/>
            <a:ext cx="2949416" cy="1066205"/>
          </a:xfrm>
          <a:prstGeom prst="rect">
            <a:avLst/>
          </a:prstGeom>
          <a:noFill/>
          <a:ln/>
        </p:spPr>
        <p:txBody>
          <a:bodyPr wrap="square" rtlCol="0" anchor="t"/>
          <a:lstStyle/>
          <a:p>
            <a:pPr marL="0" indent="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Stock prices can fluctuate rapidly, making accurate prediction difficult.</a:t>
            </a:r>
            <a:endParaRPr lang="en-US" sz="1750" dirty="0"/>
          </a:p>
        </p:txBody>
      </p:sp>
      <p:sp>
        <p:nvSpPr>
          <p:cNvPr id="8" name="Text 6"/>
          <p:cNvSpPr/>
          <p:nvPr/>
        </p:nvSpPr>
        <p:spPr>
          <a:xfrm>
            <a:off x="5682317" y="3912274"/>
            <a:ext cx="2614017" cy="326827"/>
          </a:xfrm>
          <a:prstGeom prst="rect">
            <a:avLst/>
          </a:prstGeom>
          <a:noFill/>
          <a:ln/>
        </p:spPr>
        <p:txBody>
          <a:bodyPr wrap="none" rtlCol="0" anchor="t"/>
          <a:lstStyle/>
          <a:p>
            <a:pPr marL="0" indent="0">
              <a:lnSpc>
                <a:spcPts val="2573"/>
              </a:lnSpc>
              <a:buNone/>
            </a:pPr>
            <a:r>
              <a:rPr lang="en-US" sz="2058" b="1" i="1" dirty="0">
                <a:solidFill>
                  <a:srgbClr val="38512F"/>
                </a:solidFill>
                <a:latin typeface="Lora" pitchFamily="34" charset="0"/>
                <a:ea typeface="Lora" pitchFamily="34" charset="-122"/>
                <a:cs typeface="Lora" pitchFamily="34" charset="-120"/>
              </a:rPr>
              <a:t>Unpredictable Events</a:t>
            </a:r>
            <a:endParaRPr lang="en-US" sz="2058" b="1" i="1" dirty="0"/>
          </a:p>
        </p:txBody>
      </p:sp>
      <p:sp>
        <p:nvSpPr>
          <p:cNvPr id="9" name="Text 7"/>
          <p:cNvSpPr/>
          <p:nvPr/>
        </p:nvSpPr>
        <p:spPr>
          <a:xfrm>
            <a:off x="5847398" y="4709518"/>
            <a:ext cx="2949416" cy="1421606"/>
          </a:xfrm>
          <a:prstGeom prst="rect">
            <a:avLst/>
          </a:prstGeom>
          <a:noFill/>
          <a:ln/>
        </p:spPr>
        <p:txBody>
          <a:bodyPr wrap="square" rtlCol="0" anchor="t"/>
          <a:lstStyle/>
          <a:p>
            <a:pPr marL="0" indent="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Global events, political decisions, and company news can drastically impact the market.</a:t>
            </a:r>
            <a:endParaRPr lang="en-US" sz="1750" dirty="0"/>
          </a:p>
        </p:txBody>
      </p:sp>
      <p:sp>
        <p:nvSpPr>
          <p:cNvPr id="10" name="Text 8"/>
          <p:cNvSpPr/>
          <p:nvPr/>
        </p:nvSpPr>
        <p:spPr>
          <a:xfrm>
            <a:off x="10323254" y="3951386"/>
            <a:ext cx="2614017" cy="326827"/>
          </a:xfrm>
          <a:prstGeom prst="rect">
            <a:avLst/>
          </a:prstGeom>
          <a:noFill/>
          <a:ln/>
        </p:spPr>
        <p:txBody>
          <a:bodyPr wrap="none" rtlCol="0" anchor="t"/>
          <a:lstStyle/>
          <a:p>
            <a:pPr marL="0" indent="0">
              <a:lnSpc>
                <a:spcPts val="2573"/>
              </a:lnSpc>
              <a:buNone/>
            </a:pPr>
            <a:r>
              <a:rPr lang="en-US" sz="2058" b="1" i="1" dirty="0">
                <a:solidFill>
                  <a:srgbClr val="38512F"/>
                </a:solidFill>
                <a:latin typeface="Lora" pitchFamily="34" charset="0"/>
                <a:ea typeface="Lora" pitchFamily="34" charset="-122"/>
                <a:cs typeface="Lora" pitchFamily="34" charset="-120"/>
              </a:rPr>
              <a:t>Emotional Factors</a:t>
            </a:r>
            <a:endParaRPr lang="en-US" sz="2058" b="1" i="1" dirty="0"/>
          </a:p>
        </p:txBody>
      </p:sp>
      <p:sp>
        <p:nvSpPr>
          <p:cNvPr id="11" name="Text 9"/>
          <p:cNvSpPr/>
          <p:nvPr/>
        </p:nvSpPr>
        <p:spPr>
          <a:xfrm>
            <a:off x="10242352" y="4756114"/>
            <a:ext cx="2949416" cy="1066205"/>
          </a:xfrm>
          <a:prstGeom prst="rect">
            <a:avLst/>
          </a:prstGeom>
          <a:noFill/>
          <a:ln/>
        </p:spPr>
        <p:txBody>
          <a:bodyPr wrap="square" rtlCol="0" anchor="t"/>
          <a:lstStyle/>
          <a:p>
            <a:pPr marL="0" indent="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Investor sentiment and psychology play a significant role in market movements.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3041094"/>
            <a:ext cx="14630400" cy="8229600"/>
          </a:xfrm>
          <a:prstGeom prst="rect">
            <a:avLst/>
          </a:prstGeom>
          <a:solidFill>
            <a:srgbClr val="FEF5E7"/>
          </a:solidFill>
          <a:ln/>
        </p:spPr>
      </p:sp>
      <p:sp>
        <p:nvSpPr>
          <p:cNvPr id="4" name="Text 2"/>
          <p:cNvSpPr/>
          <p:nvPr/>
        </p:nvSpPr>
        <p:spPr>
          <a:xfrm>
            <a:off x="2348508" y="867132"/>
            <a:ext cx="9933503" cy="1306830"/>
          </a:xfrm>
          <a:prstGeom prst="rect">
            <a:avLst/>
          </a:prstGeom>
          <a:noFill/>
          <a:ln/>
        </p:spPr>
        <p:txBody>
          <a:bodyPr wrap="square" rtlCol="0" anchor="t"/>
          <a:lstStyle/>
          <a:p>
            <a:pPr marL="0" indent="0">
              <a:lnSpc>
                <a:spcPts val="5146"/>
              </a:lnSpc>
              <a:buNone/>
            </a:pPr>
            <a:r>
              <a:rPr lang="en-US" sz="4117" b="1" dirty="0">
                <a:solidFill>
                  <a:srgbClr val="38512F"/>
                </a:solidFill>
                <a:latin typeface="Lora" pitchFamily="34" charset="0"/>
                <a:ea typeface="Lora" pitchFamily="34" charset="-122"/>
                <a:cs typeface="Lora" pitchFamily="34" charset="-120"/>
              </a:rPr>
              <a:t>Objective Of Our Stock Market Prediction Model</a:t>
            </a:r>
            <a:endParaRPr lang="en-US" sz="4117" b="1" dirty="0"/>
          </a:p>
        </p:txBody>
      </p:sp>
      <p:sp>
        <p:nvSpPr>
          <p:cNvPr id="5" name="Shape 3"/>
          <p:cNvSpPr/>
          <p:nvPr/>
        </p:nvSpPr>
        <p:spPr>
          <a:xfrm>
            <a:off x="1453456" y="3506748"/>
            <a:ext cx="499943" cy="499943"/>
          </a:xfrm>
          <a:prstGeom prst="roundRect">
            <a:avLst>
              <a:gd name="adj" fmla="val 13333"/>
            </a:avLst>
          </a:prstGeom>
          <a:solidFill>
            <a:srgbClr val="F6E9D5"/>
          </a:solidFill>
          <a:ln/>
        </p:spPr>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r>
              <a:rPr lang="en-US" sz="2470" dirty="0">
                <a:solidFill>
                  <a:srgbClr val="38512F"/>
                </a:solidFill>
                <a:latin typeface="Lora" pitchFamily="34" charset="0"/>
                <a:ea typeface="Lora" pitchFamily="34" charset="-122"/>
                <a:cs typeface="Lora" pitchFamily="34" charset="-120"/>
              </a:rPr>
              <a:t>1</a:t>
            </a: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r>
              <a:rPr lang="en-US" sz="2058" b="1" dirty="0">
                <a:solidFill>
                  <a:srgbClr val="38512F"/>
                </a:solidFill>
                <a:latin typeface="Lora" pitchFamily="34" charset="0"/>
                <a:ea typeface="Lora" pitchFamily="34" charset="-122"/>
                <a:cs typeface="Lora" pitchFamily="34" charset="-120"/>
              </a:rPr>
              <a:t>Develop accurate predictive models to forecast stock price movements</a:t>
            </a:r>
            <a:endParaRPr lang="en-US" sz="2058" dirty="0"/>
          </a:p>
        </p:txBody>
      </p:sp>
      <p:sp>
        <p:nvSpPr>
          <p:cNvPr id="8" name="Shape 6"/>
          <p:cNvSpPr/>
          <p:nvPr/>
        </p:nvSpPr>
        <p:spPr>
          <a:xfrm>
            <a:off x="8128337" y="3560683"/>
            <a:ext cx="499943" cy="499943"/>
          </a:xfrm>
          <a:prstGeom prst="roundRect">
            <a:avLst>
              <a:gd name="adj" fmla="val 13333"/>
            </a:avLst>
          </a:prstGeom>
          <a:solidFill>
            <a:srgbClr val="F6E9D5"/>
          </a:solidFill>
          <a:ln/>
        </p:spPr>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r>
              <a:rPr lang="en-US" sz="2470" dirty="0">
                <a:solidFill>
                  <a:srgbClr val="38512F"/>
                </a:solidFill>
                <a:latin typeface="Lora" pitchFamily="34" charset="0"/>
                <a:ea typeface="Lora" pitchFamily="34" charset="-122"/>
                <a:cs typeface="Lora" pitchFamily="34" charset="-120"/>
              </a:rPr>
              <a:t>2</a:t>
            </a: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r>
              <a:rPr lang="en-US" sz="2058" b="1" dirty="0">
                <a:solidFill>
                  <a:srgbClr val="38512F"/>
                </a:solidFill>
                <a:latin typeface="Lora" pitchFamily="34" charset="0"/>
                <a:ea typeface="Lora" pitchFamily="34" charset="-122"/>
                <a:cs typeface="Lora" pitchFamily="34" charset="-120"/>
              </a:rPr>
              <a:t>Identify patterns and trends in historical data to improve investment decisions</a:t>
            </a:r>
            <a:endParaRPr lang="en-US" sz="2058" dirty="0"/>
          </a:p>
        </p:txBody>
      </p:sp>
      <p:sp>
        <p:nvSpPr>
          <p:cNvPr id="11" name="Shape 9"/>
          <p:cNvSpPr/>
          <p:nvPr/>
        </p:nvSpPr>
        <p:spPr>
          <a:xfrm>
            <a:off x="1454638" y="5873949"/>
            <a:ext cx="499943" cy="499943"/>
          </a:xfrm>
          <a:prstGeom prst="roundRect">
            <a:avLst>
              <a:gd name="adj" fmla="val 13333"/>
            </a:avLst>
          </a:prstGeom>
          <a:solidFill>
            <a:srgbClr val="F6E9D5"/>
          </a:solidFill>
          <a:ln/>
        </p:spPr>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r>
              <a:rPr lang="en-US" sz="2470" dirty="0">
                <a:solidFill>
                  <a:srgbClr val="38512F"/>
                </a:solidFill>
                <a:latin typeface="Lora" pitchFamily="34" charset="0"/>
                <a:ea typeface="Lora" pitchFamily="34" charset="-122"/>
                <a:cs typeface="Lora" pitchFamily="34" charset="-120"/>
              </a:rPr>
              <a:t>3</a:t>
            </a: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r>
              <a:rPr lang="en-US" sz="2058" b="1" dirty="0">
                <a:solidFill>
                  <a:srgbClr val="38512F"/>
                </a:solidFill>
                <a:latin typeface="Lora" pitchFamily="34" charset="0"/>
                <a:ea typeface="Lora" pitchFamily="34" charset="-122"/>
                <a:cs typeface="Lora" pitchFamily="34" charset="-120"/>
              </a:rPr>
              <a:t>Utilize neural networks to navigate the complex and dynamic stock market</a:t>
            </a:r>
            <a:endParaRPr lang="en-US" sz="2058" dirty="0"/>
          </a:p>
        </p:txBody>
      </p:sp>
      <p:sp>
        <p:nvSpPr>
          <p:cNvPr id="14" name="Shape 12"/>
          <p:cNvSpPr/>
          <p:nvPr/>
        </p:nvSpPr>
        <p:spPr>
          <a:xfrm>
            <a:off x="8127622" y="5873949"/>
            <a:ext cx="499943" cy="499943"/>
          </a:xfrm>
          <a:prstGeom prst="roundRect">
            <a:avLst>
              <a:gd name="adj" fmla="val 13333"/>
            </a:avLst>
          </a:prstGeom>
          <a:solidFill>
            <a:srgbClr val="F6E9D5"/>
          </a:solidFill>
          <a:ln/>
        </p:spPr>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r>
              <a:rPr lang="en-US" sz="2470" dirty="0">
                <a:solidFill>
                  <a:srgbClr val="38512F"/>
                </a:solidFill>
                <a:latin typeface="Lora" pitchFamily="34" charset="0"/>
                <a:ea typeface="Lora" pitchFamily="34" charset="-122"/>
                <a:cs typeface="Lora" pitchFamily="34" charset="-120"/>
              </a:rPr>
              <a:t>4</a:t>
            </a: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r>
              <a:rPr lang="en-US" sz="2058" b="1" dirty="0">
                <a:solidFill>
                  <a:srgbClr val="38512F"/>
                </a:solidFill>
                <a:latin typeface="Lora" pitchFamily="34" charset="0"/>
                <a:ea typeface="Lora" pitchFamily="34" charset="-122"/>
                <a:cs typeface="Lora" pitchFamily="34" charset="-120"/>
              </a:rPr>
              <a:t>Use machine learning to beat traditional strategies</a:t>
            </a:r>
            <a:endParaRPr lang="en-US" sz="205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2524991"/>
            <a:ext cx="14630400" cy="8229600"/>
          </a:xfrm>
          <a:prstGeom prst="rect">
            <a:avLst/>
          </a:prstGeom>
          <a:solidFill>
            <a:srgbClr val="FEF5E7"/>
          </a:solidFill>
          <a:ln/>
        </p:spPr>
      </p:sp>
      <p:sp>
        <p:nvSpPr>
          <p:cNvPr id="4" name="Text 2"/>
          <p:cNvSpPr/>
          <p:nvPr/>
        </p:nvSpPr>
        <p:spPr>
          <a:xfrm>
            <a:off x="1039091" y="1319840"/>
            <a:ext cx="5008397" cy="653415"/>
          </a:xfrm>
          <a:prstGeom prst="rect">
            <a:avLst/>
          </a:prstGeom>
          <a:noFill/>
          <a:ln/>
        </p:spPr>
        <p:txBody>
          <a:bodyPr wrap="none" rtlCol="0" anchor="t"/>
          <a:lstStyle/>
          <a:p>
            <a:pPr marL="0" indent="0">
              <a:lnSpc>
                <a:spcPts val="5146"/>
              </a:lnSpc>
              <a:buNone/>
            </a:pPr>
            <a:r>
              <a:rPr lang="en-US" sz="4117" b="1" dirty="0">
                <a:solidFill>
                  <a:srgbClr val="38512F"/>
                </a:solidFill>
                <a:latin typeface="Lora" pitchFamily="34" charset="0"/>
                <a:ea typeface="Lora" pitchFamily="34" charset="-122"/>
                <a:cs typeface="Lora" pitchFamily="34" charset="-120"/>
              </a:rPr>
              <a:t>Problem Statement </a:t>
            </a:r>
            <a:endParaRPr lang="en-US" sz="4117" b="1" dirty="0"/>
          </a:p>
        </p:txBody>
      </p:sp>
      <p:sp>
        <p:nvSpPr>
          <p:cNvPr id="5" name="Text 3"/>
          <p:cNvSpPr/>
          <p:nvPr/>
        </p:nvSpPr>
        <p:spPr>
          <a:xfrm>
            <a:off x="2348389" y="3219807"/>
            <a:ext cx="4695706" cy="355402"/>
          </a:xfrm>
          <a:prstGeom prst="rect">
            <a:avLst/>
          </a:prstGeom>
          <a:noFill/>
          <a:ln/>
        </p:spPr>
        <p:txBody>
          <a:bodyPr wrap="none" rtlCol="0" anchor="t"/>
          <a:lstStyle/>
          <a:p>
            <a:pPr marL="0" indent="0">
              <a:lnSpc>
                <a:spcPts val="2799"/>
              </a:lnSpc>
              <a:buNone/>
            </a:pPr>
            <a:endParaRPr lang="en-US" sz="1750" dirty="0"/>
          </a:p>
        </p:txBody>
      </p:sp>
      <p:sp>
        <p:nvSpPr>
          <p:cNvPr id="6" name="Text 4"/>
          <p:cNvSpPr/>
          <p:nvPr/>
        </p:nvSpPr>
        <p:spPr>
          <a:xfrm>
            <a:off x="1039091" y="3449783"/>
            <a:ext cx="6005004" cy="2457742"/>
          </a:xfrm>
          <a:prstGeom prst="rect">
            <a:avLst/>
          </a:prstGeom>
          <a:noFill/>
          <a:ln/>
        </p:spPr>
        <p:txBody>
          <a:bodyPr wrap="square" rtlCol="0" anchor="t"/>
          <a:lstStyle/>
          <a:p>
            <a:pPr marL="0" indent="0" algn="just">
              <a:lnSpc>
                <a:spcPts val="2799"/>
              </a:lnSpc>
              <a:buNone/>
            </a:pPr>
            <a:r>
              <a:rPr lang="en-US" sz="2400" dirty="0">
                <a:solidFill>
                  <a:srgbClr val="3A3630"/>
                </a:solidFill>
                <a:latin typeface="Source Sans Pro" pitchFamily="34" charset="0"/>
                <a:ea typeface="Source Sans Pro" pitchFamily="34" charset="-122"/>
                <a:cs typeface="Source Sans Pro" pitchFamily="34" charset="-120"/>
              </a:rPr>
              <a:t>The project aims to build a stock price prediction web-based application to stay one step ahead of the market, which uses machine learning algorithms to analyze historical data and find out the trends and patterns amongst them to predict future stock returns in real time.</a:t>
            </a:r>
            <a:endParaRPr lang="en-US" sz="2400" dirty="0"/>
          </a:p>
        </p:txBody>
      </p:sp>
      <p:pic>
        <p:nvPicPr>
          <p:cNvPr id="7" name="Image 0" descr="preencoded.png"/>
          <p:cNvPicPr>
            <a:picLocks noChangeAspect="1"/>
          </p:cNvPicPr>
          <p:nvPr/>
        </p:nvPicPr>
        <p:blipFill>
          <a:blip r:embed="rId3"/>
          <a:stretch>
            <a:fillRect/>
          </a:stretch>
        </p:blipFill>
        <p:spPr>
          <a:xfrm>
            <a:off x="7699664" y="-1"/>
            <a:ext cx="7013862" cy="86971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1" y="2524991"/>
            <a:ext cx="14630400" cy="8229600"/>
          </a:xfrm>
          <a:prstGeom prst="rect">
            <a:avLst/>
          </a:prstGeom>
          <a:solidFill>
            <a:srgbClr val="FEF5E7"/>
          </a:solidFill>
          <a:ln/>
        </p:spPr>
      </p:sp>
      <p:sp>
        <p:nvSpPr>
          <p:cNvPr id="4" name="Text 2"/>
          <p:cNvSpPr/>
          <p:nvPr/>
        </p:nvSpPr>
        <p:spPr>
          <a:xfrm>
            <a:off x="1" y="1319840"/>
            <a:ext cx="14630400" cy="653415"/>
          </a:xfrm>
          <a:prstGeom prst="rect">
            <a:avLst/>
          </a:prstGeom>
          <a:noFill/>
          <a:ln/>
        </p:spPr>
        <p:txBody>
          <a:bodyPr wrap="none" rtlCol="0" anchor="t"/>
          <a:lstStyle/>
          <a:p>
            <a:pPr marL="0" indent="0" algn="ctr">
              <a:lnSpc>
                <a:spcPts val="5146"/>
              </a:lnSpc>
              <a:buNone/>
            </a:pPr>
            <a:r>
              <a:rPr lang="en-US" sz="4117" b="1" dirty="0">
                <a:solidFill>
                  <a:srgbClr val="38512F"/>
                </a:solidFill>
                <a:latin typeface="Lora" pitchFamily="34" charset="0"/>
                <a:ea typeface="Lora" pitchFamily="34" charset="-122"/>
                <a:cs typeface="Lora" pitchFamily="34" charset="-120"/>
              </a:rPr>
              <a:t>Environment And Language Used in the project </a:t>
            </a:r>
            <a:endParaRPr lang="en-US" sz="4117" b="1" dirty="0"/>
          </a:p>
        </p:txBody>
      </p:sp>
      <p:sp>
        <p:nvSpPr>
          <p:cNvPr id="5" name="Text 3"/>
          <p:cNvSpPr/>
          <p:nvPr/>
        </p:nvSpPr>
        <p:spPr>
          <a:xfrm>
            <a:off x="2348389" y="3219807"/>
            <a:ext cx="4695706" cy="355402"/>
          </a:xfrm>
          <a:prstGeom prst="rect">
            <a:avLst/>
          </a:prstGeom>
          <a:noFill/>
          <a:ln/>
        </p:spPr>
        <p:txBody>
          <a:bodyPr wrap="none" rtlCol="0" anchor="t"/>
          <a:lstStyle/>
          <a:p>
            <a:pPr marL="0" indent="0">
              <a:lnSpc>
                <a:spcPts val="2799"/>
              </a:lnSpc>
              <a:buNone/>
            </a:pPr>
            <a:endParaRPr lang="en-US" sz="1750" dirty="0"/>
          </a:p>
        </p:txBody>
      </p:sp>
      <p:sp>
        <p:nvSpPr>
          <p:cNvPr id="6" name="Text 4"/>
          <p:cNvSpPr/>
          <p:nvPr/>
        </p:nvSpPr>
        <p:spPr>
          <a:xfrm>
            <a:off x="1059873" y="3293095"/>
            <a:ext cx="12510654" cy="4509653"/>
          </a:xfrm>
          <a:prstGeom prst="rect">
            <a:avLst/>
          </a:prstGeom>
          <a:noFill/>
          <a:ln/>
        </p:spPr>
        <p:txBody>
          <a:bodyPr wrap="square" rtlCol="0" anchor="t"/>
          <a:lstStyle/>
          <a:p>
            <a:pPr marL="0" indent="0">
              <a:lnSpc>
                <a:spcPts val="2799"/>
              </a:lnSpc>
              <a:buNone/>
            </a:pPr>
            <a:r>
              <a:rPr lang="en-US" sz="2800" b="1" i="1" u="sng" dirty="0">
                <a:solidFill>
                  <a:srgbClr val="3A3630"/>
                </a:solidFill>
                <a:latin typeface="Source Sans Pro" pitchFamily="34" charset="0"/>
                <a:ea typeface="Source Sans Pro" pitchFamily="34" charset="-122"/>
                <a:cs typeface="Source Sans Pro" pitchFamily="34" charset="-120"/>
              </a:rPr>
              <a:t>Environment used </a:t>
            </a:r>
            <a:r>
              <a:rPr lang="en-US" sz="2800" b="1" i="1" dirty="0">
                <a:solidFill>
                  <a:srgbClr val="3A3630"/>
                </a:solidFill>
                <a:latin typeface="Source Sans Pro" pitchFamily="34" charset="0"/>
                <a:ea typeface="Source Sans Pro" pitchFamily="34" charset="-122"/>
                <a:cs typeface="Source Sans Pro" pitchFamily="34" charset="-120"/>
              </a:rPr>
              <a:t>:</a:t>
            </a:r>
          </a:p>
          <a:p>
            <a:pPr marL="0" indent="0">
              <a:lnSpc>
                <a:spcPts val="2799"/>
              </a:lnSpc>
              <a:buNone/>
            </a:pPr>
            <a:endParaRPr lang="en-US" sz="2800" b="1" i="1" dirty="0">
              <a:solidFill>
                <a:srgbClr val="3A3630"/>
              </a:solidFill>
              <a:latin typeface="Source Sans Pro" pitchFamily="34" charset="0"/>
              <a:ea typeface="Source Sans Pro" pitchFamily="34" charset="-122"/>
              <a:cs typeface="Source Sans Pro" pitchFamily="34" charset="-120"/>
            </a:endParaRPr>
          </a:p>
          <a:p>
            <a:pPr marL="0" indent="0">
              <a:lnSpc>
                <a:spcPts val="2799"/>
              </a:lnSpc>
              <a:buNone/>
            </a:pPr>
            <a:r>
              <a:rPr lang="en-US" sz="2400" b="1" i="1" dirty="0">
                <a:solidFill>
                  <a:srgbClr val="3A3630"/>
                </a:solidFill>
                <a:latin typeface="Source Sans Pro" pitchFamily="34" charset="0"/>
                <a:ea typeface="Source Sans Pro" pitchFamily="34" charset="-122"/>
                <a:cs typeface="Source Sans Pro" pitchFamily="34" charset="-120"/>
              </a:rPr>
              <a:t>Jupiter notebook --&gt;  </a:t>
            </a:r>
            <a:r>
              <a:rPr lang="en-US" sz="2000" dirty="0">
                <a:solidFill>
                  <a:srgbClr val="3A3630"/>
                </a:solidFill>
                <a:latin typeface="Source Sans Pro" pitchFamily="34" charset="0"/>
                <a:ea typeface="Source Sans Pro" pitchFamily="34" charset="-122"/>
                <a:cs typeface="Source Sans Pro" pitchFamily="34" charset="-120"/>
              </a:rPr>
              <a:t>For different preprocessing operations and building the prediction model </a:t>
            </a:r>
            <a:endParaRPr lang="en-US" sz="2400" b="1" i="1" dirty="0">
              <a:solidFill>
                <a:srgbClr val="3A3630"/>
              </a:solidFill>
              <a:latin typeface="Source Sans Pro" pitchFamily="34" charset="0"/>
              <a:ea typeface="Source Sans Pro" pitchFamily="34" charset="-122"/>
              <a:cs typeface="Source Sans Pro" pitchFamily="34" charset="-120"/>
            </a:endParaRPr>
          </a:p>
          <a:p>
            <a:pPr marL="0" indent="0">
              <a:lnSpc>
                <a:spcPts val="2799"/>
              </a:lnSpc>
              <a:buNone/>
            </a:pPr>
            <a:endParaRPr lang="en-US" sz="2400" b="1" i="1" dirty="0">
              <a:solidFill>
                <a:srgbClr val="3A3630"/>
              </a:solidFill>
              <a:latin typeface="Source Sans Pro" pitchFamily="34" charset="0"/>
              <a:ea typeface="Source Sans Pro" pitchFamily="34" charset="-122"/>
              <a:cs typeface="Source Sans Pro" pitchFamily="34" charset="-120"/>
            </a:endParaRPr>
          </a:p>
          <a:p>
            <a:pPr marL="0" indent="0">
              <a:lnSpc>
                <a:spcPts val="2799"/>
              </a:lnSpc>
              <a:buNone/>
            </a:pPr>
            <a:r>
              <a:rPr lang="en-US" sz="2400" b="1" i="1" dirty="0">
                <a:solidFill>
                  <a:srgbClr val="3A3630"/>
                </a:solidFill>
                <a:latin typeface="Source Sans Pro" pitchFamily="34" charset="0"/>
                <a:ea typeface="Source Sans Pro" pitchFamily="34" charset="-122"/>
                <a:cs typeface="Source Sans Pro" pitchFamily="34" charset="-120"/>
              </a:rPr>
              <a:t>Visual Studio Code --&gt; </a:t>
            </a:r>
            <a:r>
              <a:rPr lang="en-US" sz="2000" dirty="0">
                <a:solidFill>
                  <a:srgbClr val="3A3630"/>
                </a:solidFill>
                <a:latin typeface="Source Sans Pro" pitchFamily="34" charset="0"/>
                <a:ea typeface="Source Sans Pro" pitchFamily="34" charset="-122"/>
                <a:cs typeface="Source Sans Pro" pitchFamily="34" charset="-120"/>
              </a:rPr>
              <a:t>For building the web application</a:t>
            </a:r>
          </a:p>
          <a:p>
            <a:pPr marL="0" indent="0">
              <a:lnSpc>
                <a:spcPts val="2799"/>
              </a:lnSpc>
              <a:buNone/>
            </a:pPr>
            <a:endParaRPr lang="en-US" sz="2000" b="1" dirty="0">
              <a:solidFill>
                <a:srgbClr val="3A3630"/>
              </a:solidFill>
              <a:latin typeface="Source Sans Pro" pitchFamily="34" charset="0"/>
              <a:ea typeface="Source Sans Pro" pitchFamily="34" charset="-122"/>
              <a:cs typeface="Source Sans Pro" pitchFamily="34" charset="-120"/>
            </a:endParaRPr>
          </a:p>
          <a:p>
            <a:pPr marL="0" indent="0">
              <a:lnSpc>
                <a:spcPts val="2799"/>
              </a:lnSpc>
              <a:buNone/>
            </a:pPr>
            <a:endParaRPr lang="en-US" sz="2000" b="1" dirty="0">
              <a:solidFill>
                <a:srgbClr val="3A3630"/>
              </a:solidFill>
              <a:latin typeface="Source Sans Pro" pitchFamily="34" charset="0"/>
              <a:ea typeface="Source Sans Pro" pitchFamily="34" charset="-122"/>
              <a:cs typeface="Source Sans Pro" pitchFamily="34" charset="-120"/>
            </a:endParaRPr>
          </a:p>
          <a:p>
            <a:pPr>
              <a:lnSpc>
                <a:spcPts val="2799"/>
              </a:lnSpc>
            </a:pPr>
            <a:r>
              <a:rPr lang="en-US" sz="2800" b="1" i="1" u="sng" dirty="0">
                <a:solidFill>
                  <a:srgbClr val="3A3630"/>
                </a:solidFill>
                <a:latin typeface="Source Sans Pro" pitchFamily="34" charset="0"/>
                <a:ea typeface="Source Sans Pro" pitchFamily="34" charset="-122"/>
                <a:cs typeface="Source Sans Pro" pitchFamily="34" charset="-120"/>
              </a:rPr>
              <a:t>Language used </a:t>
            </a:r>
            <a:r>
              <a:rPr lang="en-US" sz="2800" b="1" i="1" dirty="0">
                <a:solidFill>
                  <a:srgbClr val="3A3630"/>
                </a:solidFill>
                <a:latin typeface="Source Sans Pro" pitchFamily="34" charset="0"/>
                <a:ea typeface="Source Sans Pro" pitchFamily="34" charset="-122"/>
                <a:cs typeface="Source Sans Pro" pitchFamily="34" charset="-120"/>
              </a:rPr>
              <a:t>:</a:t>
            </a:r>
          </a:p>
          <a:p>
            <a:pPr marL="0" indent="0">
              <a:lnSpc>
                <a:spcPts val="2799"/>
              </a:lnSpc>
              <a:buNone/>
            </a:pPr>
            <a:endParaRPr lang="en-US" sz="2000" b="1" dirty="0">
              <a:solidFill>
                <a:srgbClr val="3A3630"/>
              </a:solidFill>
              <a:latin typeface="Source Sans Pro" pitchFamily="34" charset="0"/>
              <a:ea typeface="Source Sans Pro" pitchFamily="34" charset="-122"/>
              <a:cs typeface="Source Sans Pro" pitchFamily="34" charset="-120"/>
            </a:endParaRPr>
          </a:p>
          <a:p>
            <a:pPr>
              <a:lnSpc>
                <a:spcPts val="2799"/>
              </a:lnSpc>
            </a:pPr>
            <a:r>
              <a:rPr lang="en-US" sz="2400" b="1" i="1" dirty="0">
                <a:solidFill>
                  <a:srgbClr val="3A3630"/>
                </a:solidFill>
                <a:latin typeface="Source Sans Pro" pitchFamily="34" charset="0"/>
                <a:ea typeface="Source Sans Pro" pitchFamily="34" charset="-122"/>
                <a:cs typeface="Source Sans Pro" pitchFamily="34" charset="-120"/>
              </a:rPr>
              <a:t>Python --&gt;</a:t>
            </a:r>
            <a:r>
              <a:rPr lang="en-US" sz="2000" dirty="0">
                <a:solidFill>
                  <a:srgbClr val="3A3630"/>
                </a:solidFill>
                <a:latin typeface="Source Sans Pro" pitchFamily="34" charset="0"/>
                <a:ea typeface="Source Sans Pro" pitchFamily="34" charset="-122"/>
                <a:cs typeface="Source Sans Pro" pitchFamily="34" charset="-120"/>
              </a:rPr>
              <a:t> Python is the most popular programming language for Machine Learning due to its readability, extensive libraries and frameworks, strong community support, compatibility with other languages and scalability.</a:t>
            </a:r>
            <a:endParaRPr lang="en-US" sz="2400" b="1" i="1" dirty="0">
              <a:solidFill>
                <a:srgbClr val="3A3630"/>
              </a:solidFill>
              <a:latin typeface="Source Sans Pro" pitchFamily="34" charset="0"/>
              <a:ea typeface="Source Sans Pro" pitchFamily="34" charset="-122"/>
              <a:cs typeface="Source Sans Pro" pitchFamily="34" charset="-120"/>
            </a:endParaRPr>
          </a:p>
          <a:p>
            <a:pPr marL="0" indent="0">
              <a:lnSpc>
                <a:spcPts val="2799"/>
              </a:lnSpc>
              <a:buNone/>
            </a:pPr>
            <a:endParaRPr lang="en-US" sz="2000" b="1" dirty="0">
              <a:solidFill>
                <a:srgbClr val="3A3630"/>
              </a:solidFill>
              <a:latin typeface="Source Sans Pro" pitchFamily="34" charset="0"/>
              <a:ea typeface="Source Sans Pro" pitchFamily="34" charset="-122"/>
              <a:cs typeface="Source Sans Pro" pitchFamily="34" charset="-120"/>
            </a:endParaRPr>
          </a:p>
        </p:txBody>
      </p:sp>
    </p:spTree>
    <p:extLst>
      <p:ext uri="{BB962C8B-B14F-4D97-AF65-F5344CB8AC3E}">
        <p14:creationId xmlns:p14="http://schemas.microsoft.com/office/powerpoint/2010/main" val="1656824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1389631"/>
            <a:ext cx="14630400" cy="9279082"/>
          </a:xfrm>
          <a:prstGeom prst="rect">
            <a:avLst/>
          </a:prstGeom>
          <a:solidFill>
            <a:srgbClr val="FEF5E7"/>
          </a:solidFill>
          <a:ln/>
        </p:spPr>
        <p:txBody>
          <a:bodyPr/>
          <a:lstStyle/>
          <a:p>
            <a:endParaRPr lang="en-US" dirty="0"/>
          </a:p>
        </p:txBody>
      </p:sp>
      <p:sp>
        <p:nvSpPr>
          <p:cNvPr id="4" name="Text 2"/>
          <p:cNvSpPr/>
          <p:nvPr/>
        </p:nvSpPr>
        <p:spPr>
          <a:xfrm>
            <a:off x="0" y="368108"/>
            <a:ext cx="14630400" cy="653415"/>
          </a:xfrm>
          <a:prstGeom prst="rect">
            <a:avLst/>
          </a:prstGeom>
          <a:noFill/>
          <a:ln/>
        </p:spPr>
        <p:txBody>
          <a:bodyPr wrap="none" rtlCol="0" anchor="t"/>
          <a:lstStyle/>
          <a:p>
            <a:pPr marL="0" indent="0" algn="ctr">
              <a:lnSpc>
                <a:spcPts val="5146"/>
              </a:lnSpc>
              <a:buNone/>
            </a:pPr>
            <a:r>
              <a:rPr lang="en-US" sz="4117" b="1" dirty="0">
                <a:solidFill>
                  <a:srgbClr val="38512F"/>
                </a:solidFill>
                <a:latin typeface="Lora" pitchFamily="34" charset="0"/>
              </a:rPr>
              <a:t>Overview Of The Project </a:t>
            </a:r>
            <a:endParaRPr lang="en-US" sz="4117" b="1" dirty="0"/>
          </a:p>
        </p:txBody>
      </p:sp>
      <p:sp>
        <p:nvSpPr>
          <p:cNvPr id="5" name="Text 3"/>
          <p:cNvSpPr/>
          <p:nvPr/>
        </p:nvSpPr>
        <p:spPr>
          <a:xfrm>
            <a:off x="2348389" y="3219807"/>
            <a:ext cx="4695706" cy="355402"/>
          </a:xfrm>
          <a:prstGeom prst="rect">
            <a:avLst/>
          </a:prstGeom>
          <a:noFill/>
          <a:ln/>
        </p:spPr>
        <p:txBody>
          <a:bodyPr wrap="none" rtlCol="0" anchor="t"/>
          <a:lstStyle/>
          <a:p>
            <a:pPr marL="0" indent="0">
              <a:lnSpc>
                <a:spcPts val="2799"/>
              </a:lnSpc>
              <a:buNone/>
            </a:pPr>
            <a:endParaRPr lang="en-US" sz="1750" dirty="0"/>
          </a:p>
        </p:txBody>
      </p:sp>
      <p:graphicFrame>
        <p:nvGraphicFramePr>
          <p:cNvPr id="7" name="Diagram 6">
            <a:extLst>
              <a:ext uri="{FF2B5EF4-FFF2-40B4-BE49-F238E27FC236}">
                <a16:creationId xmlns:a16="http://schemas.microsoft.com/office/drawing/2014/main" id="{66437A01-0E55-8381-2E7C-A9897B17C412}"/>
              </a:ext>
            </a:extLst>
          </p:cNvPr>
          <p:cNvGraphicFramePr/>
          <p:nvPr>
            <p:extLst>
              <p:ext uri="{D42A27DB-BD31-4B8C-83A1-F6EECF244321}">
                <p14:modId xmlns:p14="http://schemas.microsoft.com/office/powerpoint/2010/main" val="4096648423"/>
              </p:ext>
            </p:extLst>
          </p:nvPr>
        </p:nvGraphicFramePr>
        <p:xfrm>
          <a:off x="462395" y="1631372"/>
          <a:ext cx="13705609" cy="63800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14362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 y="0"/>
            <a:ext cx="14630400" cy="9279082"/>
          </a:xfrm>
          <a:prstGeom prst="rect">
            <a:avLst/>
          </a:prstGeom>
          <a:solidFill>
            <a:srgbClr val="FEF5E7"/>
          </a:solidFill>
          <a:ln/>
        </p:spPr>
        <p:txBody>
          <a:bodyPr/>
          <a:lstStyle/>
          <a:p>
            <a:endParaRPr lang="en-US" dirty="0"/>
          </a:p>
        </p:txBody>
      </p:sp>
      <p:sp>
        <p:nvSpPr>
          <p:cNvPr id="4" name="Text 2"/>
          <p:cNvSpPr/>
          <p:nvPr/>
        </p:nvSpPr>
        <p:spPr>
          <a:xfrm>
            <a:off x="0" y="368108"/>
            <a:ext cx="14630400" cy="653415"/>
          </a:xfrm>
          <a:prstGeom prst="rect">
            <a:avLst/>
          </a:prstGeom>
          <a:noFill/>
          <a:ln/>
        </p:spPr>
        <p:txBody>
          <a:bodyPr wrap="none" rtlCol="0" anchor="t"/>
          <a:lstStyle/>
          <a:p>
            <a:pPr marL="0" indent="0" algn="ctr">
              <a:lnSpc>
                <a:spcPts val="5146"/>
              </a:lnSpc>
              <a:buNone/>
            </a:pPr>
            <a:r>
              <a:rPr lang="en-US" sz="4117" b="1" dirty="0">
                <a:solidFill>
                  <a:srgbClr val="38512F"/>
                </a:solidFill>
                <a:latin typeface="Lora" pitchFamily="34" charset="0"/>
              </a:rPr>
              <a:t> </a:t>
            </a:r>
            <a:endParaRPr lang="en-US" sz="4117" b="1" dirty="0"/>
          </a:p>
        </p:txBody>
      </p:sp>
      <p:sp>
        <p:nvSpPr>
          <p:cNvPr id="5" name="Text 3"/>
          <p:cNvSpPr/>
          <p:nvPr/>
        </p:nvSpPr>
        <p:spPr>
          <a:xfrm>
            <a:off x="2348389" y="3219807"/>
            <a:ext cx="4695706" cy="355402"/>
          </a:xfrm>
          <a:prstGeom prst="rect">
            <a:avLst/>
          </a:prstGeom>
          <a:noFill/>
          <a:ln/>
        </p:spPr>
        <p:txBody>
          <a:bodyPr wrap="none" rtlCol="0" anchor="t"/>
          <a:lstStyle/>
          <a:p>
            <a:pPr marL="0" indent="0">
              <a:lnSpc>
                <a:spcPts val="2799"/>
              </a:lnSpc>
              <a:buNone/>
            </a:pPr>
            <a:endParaRPr lang="en-US" sz="1750" dirty="0"/>
          </a:p>
        </p:txBody>
      </p:sp>
      <p:graphicFrame>
        <p:nvGraphicFramePr>
          <p:cNvPr id="8" name="Diagram 7">
            <a:extLst>
              <a:ext uri="{FF2B5EF4-FFF2-40B4-BE49-F238E27FC236}">
                <a16:creationId xmlns:a16="http://schemas.microsoft.com/office/drawing/2014/main" id="{96BB4E0A-D97C-2E92-3A00-00D554D673C9}"/>
              </a:ext>
            </a:extLst>
          </p:cNvPr>
          <p:cNvGraphicFramePr/>
          <p:nvPr>
            <p:extLst>
              <p:ext uri="{D42A27DB-BD31-4B8C-83A1-F6EECF244321}">
                <p14:modId xmlns:p14="http://schemas.microsoft.com/office/powerpoint/2010/main" val="766289045"/>
              </p:ext>
            </p:extLst>
          </p:nvPr>
        </p:nvGraphicFramePr>
        <p:xfrm>
          <a:off x="-2" y="0"/>
          <a:ext cx="14630400" cy="84789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6363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1" y="2565180"/>
            <a:ext cx="14630400" cy="8229600"/>
          </a:xfrm>
          <a:prstGeom prst="rect">
            <a:avLst/>
          </a:prstGeom>
          <a:solidFill>
            <a:srgbClr val="FEF5E7"/>
          </a:solidFill>
          <a:ln/>
        </p:spPr>
        <p:txBody>
          <a:bodyPr/>
          <a:lstStyle/>
          <a:p>
            <a:r>
              <a:rPr lang="en-US" dirty="0"/>
              <a:t> </a:t>
            </a:r>
          </a:p>
        </p:txBody>
      </p:sp>
      <p:sp>
        <p:nvSpPr>
          <p:cNvPr id="4" name="Text 2"/>
          <p:cNvSpPr/>
          <p:nvPr/>
        </p:nvSpPr>
        <p:spPr>
          <a:xfrm>
            <a:off x="0" y="955883"/>
            <a:ext cx="14630400" cy="653415"/>
          </a:xfrm>
          <a:prstGeom prst="rect">
            <a:avLst/>
          </a:prstGeom>
          <a:noFill/>
          <a:ln/>
        </p:spPr>
        <p:txBody>
          <a:bodyPr wrap="none" rtlCol="0" anchor="t"/>
          <a:lstStyle/>
          <a:p>
            <a:pPr marL="0" indent="0" algn="ctr">
              <a:lnSpc>
                <a:spcPts val="5146"/>
              </a:lnSpc>
              <a:buNone/>
            </a:pPr>
            <a:r>
              <a:rPr lang="en-US" sz="4117" b="1" dirty="0">
                <a:solidFill>
                  <a:srgbClr val="38512F"/>
                </a:solidFill>
                <a:latin typeface="Lora" pitchFamily="34" charset="0"/>
                <a:ea typeface="Lora" pitchFamily="34" charset="-122"/>
                <a:cs typeface="Lora" pitchFamily="34" charset="-120"/>
              </a:rPr>
              <a:t>The Best Model To Do Our Job</a:t>
            </a:r>
            <a:endParaRPr lang="en-US" sz="4117" b="1" dirty="0"/>
          </a:p>
        </p:txBody>
      </p:sp>
      <p:sp>
        <p:nvSpPr>
          <p:cNvPr id="5" name="Text 3"/>
          <p:cNvSpPr/>
          <p:nvPr/>
        </p:nvSpPr>
        <p:spPr>
          <a:xfrm>
            <a:off x="2348389" y="3219807"/>
            <a:ext cx="4695706" cy="355402"/>
          </a:xfrm>
          <a:prstGeom prst="rect">
            <a:avLst/>
          </a:prstGeom>
          <a:noFill/>
          <a:ln/>
        </p:spPr>
        <p:txBody>
          <a:bodyPr wrap="none" rtlCol="0" anchor="t"/>
          <a:lstStyle/>
          <a:p>
            <a:pPr marL="0" indent="0">
              <a:lnSpc>
                <a:spcPts val="2799"/>
              </a:lnSpc>
              <a:buNone/>
            </a:pPr>
            <a:endParaRPr lang="en-US" sz="1750" dirty="0"/>
          </a:p>
        </p:txBody>
      </p:sp>
      <p:sp>
        <p:nvSpPr>
          <p:cNvPr id="6" name="Text 4"/>
          <p:cNvSpPr/>
          <p:nvPr/>
        </p:nvSpPr>
        <p:spPr>
          <a:xfrm>
            <a:off x="1059873" y="3293095"/>
            <a:ext cx="12510654" cy="4509653"/>
          </a:xfrm>
          <a:prstGeom prst="rect">
            <a:avLst/>
          </a:prstGeom>
          <a:noFill/>
          <a:ln/>
        </p:spPr>
        <p:txBody>
          <a:bodyPr wrap="square" rtlCol="0" anchor="t"/>
          <a:lstStyle/>
          <a:p>
            <a:pPr marL="0" indent="0">
              <a:lnSpc>
                <a:spcPts val="2799"/>
              </a:lnSpc>
              <a:buNone/>
            </a:pPr>
            <a:r>
              <a:rPr lang="en-US" sz="2800" b="1" i="1" u="sng" dirty="0">
                <a:solidFill>
                  <a:srgbClr val="3A3630"/>
                </a:solidFill>
                <a:latin typeface="Source Sans Pro" pitchFamily="34" charset="0"/>
                <a:ea typeface="Source Sans Pro" pitchFamily="34" charset="-122"/>
                <a:cs typeface="Source Sans Pro" pitchFamily="34" charset="-120"/>
              </a:rPr>
              <a:t>LSTM(Long Short Term Memory) model</a:t>
            </a:r>
            <a:endParaRPr lang="en-US" sz="2800" b="1" i="1" dirty="0">
              <a:solidFill>
                <a:srgbClr val="3A3630"/>
              </a:solidFill>
              <a:latin typeface="Source Sans Pro" pitchFamily="34" charset="0"/>
              <a:ea typeface="Source Sans Pro" pitchFamily="34" charset="-122"/>
              <a:cs typeface="Source Sans Pro" pitchFamily="34" charset="-120"/>
            </a:endParaRPr>
          </a:p>
          <a:p>
            <a:pPr marL="0" indent="0">
              <a:lnSpc>
                <a:spcPts val="2799"/>
              </a:lnSpc>
              <a:buNone/>
            </a:pPr>
            <a:endParaRPr lang="en-US" sz="2800" b="1" i="1" dirty="0">
              <a:solidFill>
                <a:srgbClr val="3A3630"/>
              </a:solidFill>
              <a:latin typeface="Source Sans Pro" pitchFamily="34" charset="0"/>
              <a:ea typeface="Source Sans Pro" pitchFamily="34" charset="-122"/>
              <a:cs typeface="Source Sans Pro" pitchFamily="34" charset="-120"/>
            </a:endParaRPr>
          </a:p>
          <a:p>
            <a:pPr marL="0" indent="0">
              <a:lnSpc>
                <a:spcPts val="2799"/>
              </a:lnSpc>
              <a:buNone/>
            </a:pPr>
            <a:r>
              <a:rPr lang="en-US" sz="2000" b="1" dirty="0">
                <a:solidFill>
                  <a:srgbClr val="3A3630"/>
                </a:solidFill>
                <a:latin typeface="Source Sans Pro" pitchFamily="34" charset="0"/>
                <a:ea typeface="Source Sans Pro" pitchFamily="34" charset="-122"/>
                <a:cs typeface="Source Sans Pro" pitchFamily="34" charset="-120"/>
              </a:rPr>
              <a:t>LSTM is a type of Recurrent Neural Network model which is suitable for processing suitable sequential data and are effective for long term dependencies such as stock prediction</a:t>
            </a:r>
          </a:p>
        </p:txBody>
      </p:sp>
      <p:pic>
        <p:nvPicPr>
          <p:cNvPr id="8" name="Picture 7">
            <a:extLst>
              <a:ext uri="{FF2B5EF4-FFF2-40B4-BE49-F238E27FC236}">
                <a16:creationId xmlns:a16="http://schemas.microsoft.com/office/drawing/2014/main" id="{769C7C5A-6069-4F59-0AF7-4244B1952C20}"/>
              </a:ext>
            </a:extLst>
          </p:cNvPr>
          <p:cNvPicPr>
            <a:picLocks noChangeAspect="1"/>
          </p:cNvPicPr>
          <p:nvPr/>
        </p:nvPicPr>
        <p:blipFill rotWithShape="1">
          <a:blip r:embed="rId3"/>
          <a:srcRect b="18406"/>
          <a:stretch/>
        </p:blipFill>
        <p:spPr>
          <a:xfrm>
            <a:off x="3063143" y="5547921"/>
            <a:ext cx="7961904" cy="2186209"/>
          </a:xfrm>
          <a:prstGeom prst="rect">
            <a:avLst/>
          </a:prstGeom>
        </p:spPr>
      </p:pic>
    </p:spTree>
    <p:extLst>
      <p:ext uri="{BB962C8B-B14F-4D97-AF65-F5344CB8AC3E}">
        <p14:creationId xmlns:p14="http://schemas.microsoft.com/office/powerpoint/2010/main" val="830219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1" y="2047387"/>
            <a:ext cx="14630400" cy="8229600"/>
          </a:xfrm>
          <a:prstGeom prst="rect">
            <a:avLst/>
          </a:prstGeom>
          <a:solidFill>
            <a:srgbClr val="FEF5E7"/>
          </a:solidFill>
          <a:ln/>
        </p:spPr>
        <p:txBody>
          <a:bodyPr/>
          <a:lstStyle/>
          <a:p>
            <a:r>
              <a:rPr lang="en-US" dirty="0"/>
              <a:t> </a:t>
            </a:r>
          </a:p>
        </p:txBody>
      </p:sp>
      <p:sp>
        <p:nvSpPr>
          <p:cNvPr id="4" name="Text 2"/>
          <p:cNvSpPr/>
          <p:nvPr/>
        </p:nvSpPr>
        <p:spPr>
          <a:xfrm>
            <a:off x="1" y="824081"/>
            <a:ext cx="14630400" cy="653415"/>
          </a:xfrm>
          <a:prstGeom prst="rect">
            <a:avLst/>
          </a:prstGeom>
          <a:noFill/>
          <a:ln/>
        </p:spPr>
        <p:txBody>
          <a:bodyPr wrap="none" rtlCol="0" anchor="t"/>
          <a:lstStyle/>
          <a:p>
            <a:pPr marL="0" indent="0" algn="ctr">
              <a:lnSpc>
                <a:spcPts val="5146"/>
              </a:lnSpc>
              <a:buNone/>
            </a:pPr>
            <a:r>
              <a:rPr lang="en-US" sz="4117" b="1" dirty="0">
                <a:solidFill>
                  <a:srgbClr val="38512F"/>
                </a:solidFill>
                <a:latin typeface="Lora" pitchFamily="34" charset="0"/>
                <a:ea typeface="Lora" pitchFamily="34" charset="-122"/>
                <a:cs typeface="Lora" pitchFamily="34" charset="-120"/>
              </a:rPr>
              <a:t>Procedure Of Prediction of Our Model</a:t>
            </a:r>
            <a:endParaRPr lang="en-US" sz="4117" b="1" dirty="0"/>
          </a:p>
        </p:txBody>
      </p:sp>
      <p:sp>
        <p:nvSpPr>
          <p:cNvPr id="5" name="Text 3"/>
          <p:cNvSpPr/>
          <p:nvPr/>
        </p:nvSpPr>
        <p:spPr>
          <a:xfrm>
            <a:off x="2348389" y="3219807"/>
            <a:ext cx="4695706" cy="355402"/>
          </a:xfrm>
          <a:prstGeom prst="rect">
            <a:avLst/>
          </a:prstGeom>
          <a:noFill/>
          <a:ln/>
        </p:spPr>
        <p:txBody>
          <a:bodyPr wrap="none" rtlCol="0" anchor="t"/>
          <a:lstStyle/>
          <a:p>
            <a:pPr marL="0" indent="0">
              <a:lnSpc>
                <a:spcPts val="2799"/>
              </a:lnSpc>
              <a:buNone/>
            </a:pPr>
            <a:endParaRPr lang="en-US" sz="1750" dirty="0"/>
          </a:p>
        </p:txBody>
      </p:sp>
      <p:graphicFrame>
        <p:nvGraphicFramePr>
          <p:cNvPr id="7" name="Diagram 6">
            <a:extLst>
              <a:ext uri="{FF2B5EF4-FFF2-40B4-BE49-F238E27FC236}">
                <a16:creationId xmlns:a16="http://schemas.microsoft.com/office/drawing/2014/main" id="{273C8EDD-CBDF-C61B-716D-DB8DF9C1F612}"/>
              </a:ext>
            </a:extLst>
          </p:cNvPr>
          <p:cNvGraphicFramePr/>
          <p:nvPr>
            <p:extLst>
              <p:ext uri="{D42A27DB-BD31-4B8C-83A1-F6EECF244321}">
                <p14:modId xmlns:p14="http://schemas.microsoft.com/office/powerpoint/2010/main" val="3696337141"/>
              </p:ext>
            </p:extLst>
          </p:nvPr>
        </p:nvGraphicFramePr>
        <p:xfrm>
          <a:off x="981941" y="2047387"/>
          <a:ext cx="12666518" cy="59955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56902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1" y="-83126"/>
            <a:ext cx="14630400" cy="9495916"/>
          </a:xfrm>
          <a:prstGeom prst="rect">
            <a:avLst/>
          </a:prstGeom>
          <a:solidFill>
            <a:srgbClr val="FEF5E7"/>
          </a:solidFill>
          <a:ln/>
        </p:spPr>
        <p:txBody>
          <a:bodyPr/>
          <a:lstStyle/>
          <a:p>
            <a:r>
              <a:rPr lang="en-US" dirty="0"/>
              <a:t> </a:t>
            </a:r>
          </a:p>
        </p:txBody>
      </p:sp>
      <p:sp>
        <p:nvSpPr>
          <p:cNvPr id="4" name="Text 2"/>
          <p:cNvSpPr/>
          <p:nvPr/>
        </p:nvSpPr>
        <p:spPr>
          <a:xfrm>
            <a:off x="1" y="1319840"/>
            <a:ext cx="14630400" cy="653415"/>
          </a:xfrm>
          <a:prstGeom prst="rect">
            <a:avLst/>
          </a:prstGeom>
          <a:noFill/>
          <a:ln/>
        </p:spPr>
        <p:txBody>
          <a:bodyPr wrap="none" rtlCol="0" anchor="t"/>
          <a:lstStyle/>
          <a:p>
            <a:pPr marL="0" indent="0" algn="ctr">
              <a:lnSpc>
                <a:spcPts val="5146"/>
              </a:lnSpc>
              <a:buNone/>
            </a:pPr>
            <a:endParaRPr lang="en-US" sz="4117" b="1" dirty="0"/>
          </a:p>
        </p:txBody>
      </p:sp>
      <p:sp>
        <p:nvSpPr>
          <p:cNvPr id="5" name="Text 3"/>
          <p:cNvSpPr/>
          <p:nvPr/>
        </p:nvSpPr>
        <p:spPr>
          <a:xfrm>
            <a:off x="2348389" y="3219807"/>
            <a:ext cx="4695706" cy="355402"/>
          </a:xfrm>
          <a:prstGeom prst="rect">
            <a:avLst/>
          </a:prstGeom>
          <a:noFill/>
          <a:ln/>
        </p:spPr>
        <p:txBody>
          <a:bodyPr wrap="none" rtlCol="0" anchor="t"/>
          <a:lstStyle/>
          <a:p>
            <a:pPr marL="0" indent="0">
              <a:lnSpc>
                <a:spcPts val="2799"/>
              </a:lnSpc>
              <a:buNone/>
            </a:pPr>
            <a:endParaRPr lang="en-US" sz="1750" dirty="0"/>
          </a:p>
        </p:txBody>
      </p:sp>
      <p:graphicFrame>
        <p:nvGraphicFramePr>
          <p:cNvPr id="7" name="Diagram 6">
            <a:extLst>
              <a:ext uri="{FF2B5EF4-FFF2-40B4-BE49-F238E27FC236}">
                <a16:creationId xmlns:a16="http://schemas.microsoft.com/office/drawing/2014/main" id="{273C8EDD-CBDF-C61B-716D-DB8DF9C1F612}"/>
              </a:ext>
            </a:extLst>
          </p:cNvPr>
          <p:cNvGraphicFramePr/>
          <p:nvPr>
            <p:extLst>
              <p:ext uri="{D42A27DB-BD31-4B8C-83A1-F6EECF244321}">
                <p14:modId xmlns:p14="http://schemas.microsoft.com/office/powerpoint/2010/main" val="2354834829"/>
              </p:ext>
            </p:extLst>
          </p:nvPr>
        </p:nvGraphicFramePr>
        <p:xfrm>
          <a:off x="981941" y="771181"/>
          <a:ext cx="12844228" cy="68414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88393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1" y="-155864"/>
            <a:ext cx="14630400" cy="10950644"/>
          </a:xfrm>
          <a:prstGeom prst="rect">
            <a:avLst/>
          </a:prstGeom>
          <a:solidFill>
            <a:srgbClr val="FEF5E7"/>
          </a:solidFill>
          <a:ln/>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Text 2"/>
          <p:cNvSpPr/>
          <p:nvPr/>
        </p:nvSpPr>
        <p:spPr>
          <a:xfrm>
            <a:off x="1" y="1319840"/>
            <a:ext cx="14630400" cy="653415"/>
          </a:xfrm>
          <a:prstGeom prst="rect">
            <a:avLst/>
          </a:prstGeom>
          <a:noFill/>
          <a:ln/>
        </p:spPr>
        <p:txBody>
          <a:bodyPr wrap="none" rtlCol="0" anchor="t"/>
          <a:lstStyle/>
          <a:p>
            <a:pPr marL="0" indent="0" algn="ctr">
              <a:lnSpc>
                <a:spcPts val="5146"/>
              </a:lnSpc>
              <a:buNone/>
            </a:pPr>
            <a:endParaRPr lang="en-US" sz="4117" b="1" dirty="0"/>
          </a:p>
        </p:txBody>
      </p:sp>
      <p:sp>
        <p:nvSpPr>
          <p:cNvPr id="5" name="Text 3"/>
          <p:cNvSpPr/>
          <p:nvPr/>
        </p:nvSpPr>
        <p:spPr>
          <a:xfrm>
            <a:off x="2348389" y="3219807"/>
            <a:ext cx="4695706" cy="355402"/>
          </a:xfrm>
          <a:prstGeom prst="rect">
            <a:avLst/>
          </a:prstGeom>
          <a:noFill/>
          <a:ln/>
        </p:spPr>
        <p:txBody>
          <a:bodyPr wrap="none" rtlCol="0" anchor="t"/>
          <a:lstStyle/>
          <a:p>
            <a:pPr marL="0" indent="0">
              <a:lnSpc>
                <a:spcPts val="2799"/>
              </a:lnSpc>
              <a:buNone/>
            </a:pPr>
            <a:endParaRPr lang="en-US" sz="1750" dirty="0"/>
          </a:p>
        </p:txBody>
      </p:sp>
      <p:sp>
        <p:nvSpPr>
          <p:cNvPr id="6" name="Text 4"/>
          <p:cNvSpPr/>
          <p:nvPr/>
        </p:nvSpPr>
        <p:spPr>
          <a:xfrm>
            <a:off x="0" y="935182"/>
            <a:ext cx="14755091" cy="6078682"/>
          </a:xfrm>
          <a:prstGeom prst="rect">
            <a:avLst/>
          </a:prstGeom>
          <a:noFill/>
          <a:ln/>
        </p:spPr>
        <p:txBody>
          <a:bodyPr wrap="square" rtlCol="0" anchor="t"/>
          <a:lstStyle/>
          <a:p>
            <a:pPr marL="0" indent="0" algn="just">
              <a:lnSpc>
                <a:spcPts val="2799"/>
              </a:lnSpc>
              <a:buNone/>
            </a:pPr>
            <a:r>
              <a:rPr lang="en-US" sz="3600" b="1" i="1" u="sng" dirty="0">
                <a:solidFill>
                  <a:srgbClr val="3A3630"/>
                </a:solidFill>
                <a:latin typeface="Source Sans Pro" pitchFamily="34" charset="0"/>
                <a:ea typeface="Source Sans Pro" pitchFamily="34" charset="-122"/>
                <a:cs typeface="Source Sans Pro" pitchFamily="34" charset="-120"/>
              </a:rPr>
              <a:t>Dividing the data into training and testing data frames </a:t>
            </a:r>
            <a:endParaRPr lang="en-US" sz="3600" b="1" i="1" dirty="0">
              <a:solidFill>
                <a:srgbClr val="3A3630"/>
              </a:solidFill>
              <a:latin typeface="Source Sans Pro" pitchFamily="34" charset="0"/>
              <a:ea typeface="Source Sans Pro" pitchFamily="34" charset="-122"/>
              <a:cs typeface="Source Sans Pro" pitchFamily="34" charset="-120"/>
            </a:endParaRPr>
          </a:p>
          <a:p>
            <a:pPr marL="0" indent="0" algn="ctr">
              <a:lnSpc>
                <a:spcPts val="2799"/>
              </a:lnSpc>
              <a:buNone/>
            </a:pPr>
            <a:endParaRPr lang="en-US" sz="2800" b="1" i="1" dirty="0">
              <a:solidFill>
                <a:srgbClr val="3A3630"/>
              </a:solidFill>
              <a:latin typeface="Source Sans Pro" pitchFamily="34" charset="0"/>
              <a:ea typeface="Source Sans Pro" pitchFamily="34" charset="-122"/>
              <a:cs typeface="Source Sans Pro" pitchFamily="34" charset="-120"/>
            </a:endParaRPr>
          </a:p>
          <a:p>
            <a:pPr marL="457200" indent="-457200" algn="just">
              <a:lnSpc>
                <a:spcPts val="2799"/>
              </a:lnSpc>
              <a:buFont typeface="Arial" panose="020B0604020202020204" pitchFamily="34" charset="0"/>
              <a:buChar char="•"/>
            </a:pPr>
            <a:r>
              <a:rPr lang="en-US" sz="2400" b="1" dirty="0">
                <a:solidFill>
                  <a:srgbClr val="3A3630"/>
                </a:solidFill>
                <a:latin typeface="Source Sans Pro" pitchFamily="34" charset="0"/>
                <a:ea typeface="Source Sans Pro" pitchFamily="34" charset="-122"/>
                <a:cs typeface="Source Sans Pro" pitchFamily="34" charset="-120"/>
              </a:rPr>
              <a:t>The total data has been divided into training and testing data. </a:t>
            </a:r>
          </a:p>
          <a:p>
            <a:pPr marL="457200" indent="-457200" algn="just">
              <a:lnSpc>
                <a:spcPts val="2799"/>
              </a:lnSpc>
              <a:buFont typeface="Arial" panose="020B0604020202020204" pitchFamily="34" charset="0"/>
              <a:buChar char="•"/>
            </a:pPr>
            <a:r>
              <a:rPr lang="en-US" sz="2400" b="1" dirty="0">
                <a:solidFill>
                  <a:srgbClr val="3A3630"/>
                </a:solidFill>
                <a:latin typeface="Source Sans Pro" pitchFamily="34" charset="0"/>
                <a:ea typeface="Source Sans Pro" pitchFamily="34" charset="-122"/>
                <a:cs typeface="Source Sans Pro" pitchFamily="34" charset="-120"/>
              </a:rPr>
              <a:t>We have standardized 80% of data as training data and 20% as testing data</a:t>
            </a:r>
          </a:p>
          <a:p>
            <a:pPr marL="457200" indent="-457200" algn="ctr">
              <a:lnSpc>
                <a:spcPts val="2799"/>
              </a:lnSpc>
              <a:buFont typeface="+mj-lt"/>
              <a:buAutoNum type="arabicPeriod"/>
            </a:pPr>
            <a:endParaRPr lang="en-US" sz="2000" b="1" dirty="0">
              <a:solidFill>
                <a:srgbClr val="3A3630"/>
              </a:solidFill>
              <a:latin typeface="Source Sans Pro" pitchFamily="34" charset="0"/>
              <a:ea typeface="Source Sans Pro" pitchFamily="34" charset="-122"/>
              <a:cs typeface="Source Sans Pro" pitchFamily="34" charset="-120"/>
            </a:endParaRPr>
          </a:p>
          <a:p>
            <a:pPr marL="0" indent="0" algn="ctr">
              <a:lnSpc>
                <a:spcPts val="2799"/>
              </a:lnSpc>
              <a:buNone/>
            </a:pPr>
            <a:endParaRPr lang="en-US" sz="2000" b="1" dirty="0">
              <a:solidFill>
                <a:srgbClr val="3A3630"/>
              </a:solidFill>
              <a:latin typeface="Source Sans Pro" pitchFamily="34" charset="0"/>
              <a:ea typeface="Source Sans Pro" pitchFamily="34" charset="-122"/>
              <a:cs typeface="Source Sans Pro" pitchFamily="34" charset="-120"/>
            </a:endParaRPr>
          </a:p>
          <a:p>
            <a:pPr marL="0" indent="0" algn="ctr">
              <a:lnSpc>
                <a:spcPts val="2799"/>
              </a:lnSpc>
              <a:buNone/>
            </a:pPr>
            <a:endParaRPr lang="en-US" sz="2000" b="1" dirty="0">
              <a:solidFill>
                <a:srgbClr val="3A3630"/>
              </a:solidFill>
              <a:latin typeface="Source Sans Pro" pitchFamily="34" charset="0"/>
              <a:ea typeface="Source Sans Pro" pitchFamily="34" charset="-122"/>
              <a:cs typeface="Source Sans Pro" pitchFamily="34" charset="-120"/>
            </a:endParaRPr>
          </a:p>
          <a:p>
            <a:pPr marL="0" indent="0" algn="ctr">
              <a:lnSpc>
                <a:spcPts val="2799"/>
              </a:lnSpc>
              <a:buNone/>
            </a:pPr>
            <a:endParaRPr lang="en-US" sz="2000" b="1" dirty="0">
              <a:solidFill>
                <a:srgbClr val="3A3630"/>
              </a:solidFill>
              <a:latin typeface="Source Sans Pro" pitchFamily="34" charset="0"/>
              <a:ea typeface="Source Sans Pro" pitchFamily="34" charset="-122"/>
              <a:cs typeface="Source Sans Pro" pitchFamily="34" charset="-120"/>
            </a:endParaRPr>
          </a:p>
          <a:p>
            <a:pPr marL="0" indent="0" algn="ctr">
              <a:lnSpc>
                <a:spcPts val="2799"/>
              </a:lnSpc>
              <a:buNone/>
            </a:pPr>
            <a:endParaRPr lang="en-US" sz="2000" b="1" dirty="0">
              <a:solidFill>
                <a:srgbClr val="3A3630"/>
              </a:solidFill>
              <a:latin typeface="Source Sans Pro" pitchFamily="34" charset="0"/>
              <a:ea typeface="Source Sans Pro" pitchFamily="34" charset="-122"/>
              <a:cs typeface="Source Sans Pro" pitchFamily="34" charset="-120"/>
            </a:endParaRPr>
          </a:p>
          <a:p>
            <a:pPr marL="0" indent="0" algn="ctr">
              <a:lnSpc>
                <a:spcPts val="2799"/>
              </a:lnSpc>
              <a:buNone/>
            </a:pPr>
            <a:endParaRPr lang="en-US" sz="2000" b="1" dirty="0">
              <a:solidFill>
                <a:srgbClr val="3A3630"/>
              </a:solidFill>
              <a:latin typeface="Source Sans Pro" pitchFamily="34" charset="0"/>
              <a:ea typeface="Source Sans Pro" pitchFamily="34" charset="-122"/>
              <a:cs typeface="Source Sans Pro" pitchFamily="34" charset="-120"/>
            </a:endParaRPr>
          </a:p>
          <a:p>
            <a:pPr marL="0" indent="0" algn="ctr">
              <a:lnSpc>
                <a:spcPts val="2799"/>
              </a:lnSpc>
              <a:buNone/>
            </a:pPr>
            <a:endParaRPr lang="en-US" sz="2000" b="1" dirty="0">
              <a:solidFill>
                <a:srgbClr val="3A3630"/>
              </a:solidFill>
              <a:latin typeface="Source Sans Pro" pitchFamily="34" charset="0"/>
              <a:ea typeface="Source Sans Pro" pitchFamily="34" charset="-122"/>
              <a:cs typeface="Source Sans Pro" pitchFamily="34" charset="-120"/>
            </a:endParaRPr>
          </a:p>
          <a:p>
            <a:pPr algn="just">
              <a:lnSpc>
                <a:spcPts val="2799"/>
              </a:lnSpc>
            </a:pPr>
            <a:r>
              <a:rPr lang="en-US" sz="3200" b="1" i="1" u="sng" dirty="0">
                <a:solidFill>
                  <a:srgbClr val="3A3630"/>
                </a:solidFill>
                <a:latin typeface="Source Sans Pro" pitchFamily="34" charset="0"/>
                <a:ea typeface="Source Sans Pro" pitchFamily="34" charset="-122"/>
                <a:cs typeface="Source Sans Pro" pitchFamily="34" charset="-120"/>
              </a:rPr>
              <a:t>Feature scaling of the data</a:t>
            </a:r>
            <a:endParaRPr lang="en-US" sz="3200" b="1" i="1" dirty="0">
              <a:solidFill>
                <a:srgbClr val="3A3630"/>
              </a:solidFill>
              <a:latin typeface="Source Sans Pro" pitchFamily="34" charset="0"/>
              <a:ea typeface="Source Sans Pro" pitchFamily="34" charset="-122"/>
              <a:cs typeface="Source Sans Pro" pitchFamily="34" charset="-120"/>
            </a:endParaRPr>
          </a:p>
          <a:p>
            <a:pPr marL="0" indent="0" algn="ctr">
              <a:lnSpc>
                <a:spcPts val="2799"/>
              </a:lnSpc>
              <a:buNone/>
            </a:pPr>
            <a:endParaRPr lang="en-US" sz="2000" b="1" dirty="0">
              <a:solidFill>
                <a:srgbClr val="3A3630"/>
              </a:solidFill>
              <a:latin typeface="Source Sans Pro" pitchFamily="34" charset="0"/>
              <a:ea typeface="Source Sans Pro" pitchFamily="34" charset="-122"/>
              <a:cs typeface="Source Sans Pro" pitchFamily="34" charset="-120"/>
            </a:endParaRPr>
          </a:p>
          <a:p>
            <a:pPr marL="342900" indent="-342900" algn="just">
              <a:lnSpc>
                <a:spcPts val="2799"/>
              </a:lnSpc>
              <a:buFont typeface="Arial" panose="020B0604020202020204" pitchFamily="34" charset="0"/>
              <a:buChar char="•"/>
            </a:pPr>
            <a:r>
              <a:rPr lang="en-US" sz="2400" b="1" dirty="0">
                <a:solidFill>
                  <a:srgbClr val="3A3630"/>
                </a:solidFill>
                <a:latin typeface="Source Sans Pro" pitchFamily="34" charset="0"/>
                <a:ea typeface="Source Sans Pro" pitchFamily="34" charset="-122"/>
                <a:cs typeface="Source Sans Pro" pitchFamily="34" charset="-120"/>
              </a:rPr>
              <a:t>We have scaled the data from feature range 0,1 which helps in better fitting of the data in the model</a:t>
            </a:r>
          </a:p>
          <a:p>
            <a:pPr marL="0" indent="0" algn="ctr">
              <a:lnSpc>
                <a:spcPts val="2799"/>
              </a:lnSpc>
              <a:buNone/>
            </a:pPr>
            <a:endParaRPr lang="en-US" sz="2000" b="1" dirty="0">
              <a:solidFill>
                <a:srgbClr val="3A3630"/>
              </a:solidFill>
              <a:latin typeface="Source Sans Pro" pitchFamily="34" charset="0"/>
              <a:ea typeface="Source Sans Pro" pitchFamily="34" charset="-122"/>
              <a:cs typeface="Source Sans Pro" pitchFamily="34" charset="-120"/>
            </a:endParaRPr>
          </a:p>
        </p:txBody>
      </p:sp>
      <p:pic>
        <p:nvPicPr>
          <p:cNvPr id="9" name="Picture 8">
            <a:extLst>
              <a:ext uri="{FF2B5EF4-FFF2-40B4-BE49-F238E27FC236}">
                <a16:creationId xmlns:a16="http://schemas.microsoft.com/office/drawing/2014/main" id="{61CDA49F-D35C-9DB8-9461-8E8191515D71}"/>
              </a:ext>
            </a:extLst>
          </p:cNvPr>
          <p:cNvPicPr>
            <a:picLocks noChangeAspect="1"/>
          </p:cNvPicPr>
          <p:nvPr/>
        </p:nvPicPr>
        <p:blipFill>
          <a:blip r:embed="rId3"/>
          <a:stretch>
            <a:fillRect/>
          </a:stretch>
        </p:blipFill>
        <p:spPr>
          <a:xfrm>
            <a:off x="3276035" y="3009683"/>
            <a:ext cx="8078327" cy="1152686"/>
          </a:xfrm>
          <a:prstGeom prst="rect">
            <a:avLst/>
          </a:prstGeom>
        </p:spPr>
      </p:pic>
      <p:pic>
        <p:nvPicPr>
          <p:cNvPr id="11" name="Picture 10">
            <a:extLst>
              <a:ext uri="{FF2B5EF4-FFF2-40B4-BE49-F238E27FC236}">
                <a16:creationId xmlns:a16="http://schemas.microsoft.com/office/drawing/2014/main" id="{C3E83E2F-4AD5-501A-FA01-4DAAB87ADEBF}"/>
              </a:ext>
            </a:extLst>
          </p:cNvPr>
          <p:cNvPicPr>
            <a:picLocks noChangeAspect="1"/>
          </p:cNvPicPr>
          <p:nvPr/>
        </p:nvPicPr>
        <p:blipFill>
          <a:blip r:embed="rId4"/>
          <a:stretch>
            <a:fillRect/>
          </a:stretch>
        </p:blipFill>
        <p:spPr>
          <a:xfrm>
            <a:off x="4220701" y="6352477"/>
            <a:ext cx="6438378" cy="1038370"/>
          </a:xfrm>
          <a:prstGeom prst="rect">
            <a:avLst/>
          </a:prstGeom>
        </p:spPr>
      </p:pic>
    </p:spTree>
    <p:extLst>
      <p:ext uri="{BB962C8B-B14F-4D97-AF65-F5344CB8AC3E}">
        <p14:creationId xmlns:p14="http://schemas.microsoft.com/office/powerpoint/2010/main" val="1341570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1" y="-228600"/>
            <a:ext cx="14630400" cy="10950644"/>
          </a:xfrm>
          <a:prstGeom prst="rect">
            <a:avLst/>
          </a:prstGeom>
          <a:solidFill>
            <a:srgbClr val="FEF5E7"/>
          </a:solidFill>
          <a:ln/>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Text 2"/>
          <p:cNvSpPr/>
          <p:nvPr/>
        </p:nvSpPr>
        <p:spPr>
          <a:xfrm>
            <a:off x="1" y="1319840"/>
            <a:ext cx="14630400" cy="653415"/>
          </a:xfrm>
          <a:prstGeom prst="rect">
            <a:avLst/>
          </a:prstGeom>
          <a:noFill/>
          <a:ln/>
        </p:spPr>
        <p:txBody>
          <a:bodyPr wrap="none" rtlCol="0" anchor="t"/>
          <a:lstStyle/>
          <a:p>
            <a:pPr marL="0" indent="0" algn="ctr">
              <a:lnSpc>
                <a:spcPts val="5146"/>
              </a:lnSpc>
              <a:buNone/>
            </a:pPr>
            <a:endParaRPr lang="en-US" sz="4117" b="1" dirty="0"/>
          </a:p>
        </p:txBody>
      </p:sp>
      <p:sp>
        <p:nvSpPr>
          <p:cNvPr id="5" name="Text 3"/>
          <p:cNvSpPr/>
          <p:nvPr/>
        </p:nvSpPr>
        <p:spPr>
          <a:xfrm>
            <a:off x="2348389" y="3219807"/>
            <a:ext cx="4695706" cy="355402"/>
          </a:xfrm>
          <a:prstGeom prst="rect">
            <a:avLst/>
          </a:prstGeom>
          <a:noFill/>
          <a:ln/>
        </p:spPr>
        <p:txBody>
          <a:bodyPr wrap="none" rtlCol="0" anchor="t"/>
          <a:lstStyle/>
          <a:p>
            <a:pPr marL="0" indent="0">
              <a:lnSpc>
                <a:spcPts val="2799"/>
              </a:lnSpc>
              <a:buNone/>
            </a:pPr>
            <a:endParaRPr lang="en-US" sz="1750" dirty="0"/>
          </a:p>
        </p:txBody>
      </p:sp>
      <p:sp>
        <p:nvSpPr>
          <p:cNvPr id="6" name="Text 4"/>
          <p:cNvSpPr/>
          <p:nvPr/>
        </p:nvSpPr>
        <p:spPr>
          <a:xfrm>
            <a:off x="124690" y="1272054"/>
            <a:ext cx="14630401" cy="4798953"/>
          </a:xfrm>
          <a:prstGeom prst="rect">
            <a:avLst/>
          </a:prstGeom>
          <a:noFill/>
          <a:ln/>
        </p:spPr>
        <p:txBody>
          <a:bodyPr wrap="square" rtlCol="0" anchor="t"/>
          <a:lstStyle/>
          <a:p>
            <a:pPr marL="0" indent="0" algn="ctr">
              <a:lnSpc>
                <a:spcPts val="2799"/>
              </a:lnSpc>
              <a:buNone/>
            </a:pPr>
            <a:r>
              <a:rPr lang="en-US" sz="4800" b="1" i="1" u="sng" dirty="0">
                <a:solidFill>
                  <a:srgbClr val="3A3630"/>
                </a:solidFill>
                <a:latin typeface="Source Sans Pro" pitchFamily="34" charset="0"/>
                <a:ea typeface="Source Sans Pro" pitchFamily="34" charset="-122"/>
                <a:cs typeface="Source Sans Pro" pitchFamily="34" charset="-120"/>
              </a:rPr>
              <a:t>Array slicing</a:t>
            </a:r>
          </a:p>
          <a:p>
            <a:pPr marL="0" indent="0" algn="just">
              <a:lnSpc>
                <a:spcPts val="2799"/>
              </a:lnSpc>
              <a:buNone/>
            </a:pPr>
            <a:endParaRPr lang="en-US" sz="2800" b="1" i="1" dirty="0">
              <a:solidFill>
                <a:srgbClr val="3A3630"/>
              </a:solidFill>
              <a:latin typeface="Source Sans Pro" pitchFamily="34" charset="0"/>
              <a:ea typeface="Source Sans Pro" pitchFamily="34" charset="-122"/>
              <a:cs typeface="Source Sans Pro" pitchFamily="34" charset="-120"/>
            </a:endParaRPr>
          </a:p>
          <a:p>
            <a:pPr marL="457200" indent="-457200" algn="just">
              <a:lnSpc>
                <a:spcPct val="150000"/>
              </a:lnSpc>
              <a:buFont typeface="Arial" panose="020B0604020202020204" pitchFamily="34" charset="0"/>
              <a:buChar char="•"/>
            </a:pPr>
            <a:r>
              <a:rPr lang="en-US" sz="2800" b="1" dirty="0">
                <a:solidFill>
                  <a:srgbClr val="3A3630"/>
                </a:solidFill>
                <a:latin typeface="Source Sans Pro" pitchFamily="34" charset="0"/>
                <a:ea typeface="Source Sans Pro" pitchFamily="34" charset="-122"/>
                <a:cs typeface="Source Sans Pro" pitchFamily="34" charset="-120"/>
              </a:rPr>
              <a:t>We feed the model an array of window size of 10 </a:t>
            </a:r>
          </a:p>
          <a:p>
            <a:pPr marL="457200" indent="-457200" algn="just">
              <a:buFont typeface="Arial" panose="020B0604020202020204" pitchFamily="34" charset="0"/>
              <a:buChar char="•"/>
            </a:pPr>
            <a:r>
              <a:rPr lang="en-US" sz="2800" b="1" dirty="0">
                <a:solidFill>
                  <a:srgbClr val="3A3630"/>
                </a:solidFill>
                <a:latin typeface="Source Sans Pro" pitchFamily="34" charset="0"/>
                <a:ea typeface="Source Sans Pro" pitchFamily="34" charset="-122"/>
                <a:cs typeface="Source Sans Pro" pitchFamily="34" charset="-120"/>
              </a:rPr>
              <a:t> The data from 0-9,1-10,2-11 so that it can predict the 10</a:t>
            </a:r>
            <a:r>
              <a:rPr lang="en-US" sz="2800" b="1" baseline="30000" dirty="0">
                <a:solidFill>
                  <a:srgbClr val="3A3630"/>
                </a:solidFill>
                <a:latin typeface="Source Sans Pro" pitchFamily="34" charset="0"/>
                <a:ea typeface="Source Sans Pro" pitchFamily="34" charset="-122"/>
                <a:cs typeface="Source Sans Pro" pitchFamily="34" charset="-120"/>
              </a:rPr>
              <a:t>th</a:t>
            </a:r>
            <a:r>
              <a:rPr lang="en-US" sz="2800" b="1" dirty="0">
                <a:solidFill>
                  <a:srgbClr val="3A3630"/>
                </a:solidFill>
                <a:latin typeface="Source Sans Pro" pitchFamily="34" charset="0"/>
                <a:ea typeface="Source Sans Pro" pitchFamily="34" charset="-122"/>
                <a:cs typeface="Source Sans Pro" pitchFamily="34" charset="-120"/>
              </a:rPr>
              <a:t>,11</a:t>
            </a:r>
            <a:r>
              <a:rPr lang="en-US" sz="2800" b="1" baseline="30000" dirty="0">
                <a:solidFill>
                  <a:srgbClr val="3A3630"/>
                </a:solidFill>
                <a:latin typeface="Source Sans Pro" pitchFamily="34" charset="0"/>
                <a:ea typeface="Source Sans Pro" pitchFamily="34" charset="-122"/>
                <a:cs typeface="Source Sans Pro" pitchFamily="34" charset="-120"/>
              </a:rPr>
              <a:t>th</a:t>
            </a:r>
            <a:r>
              <a:rPr lang="en-US" sz="2800" b="1" dirty="0">
                <a:solidFill>
                  <a:srgbClr val="3A3630"/>
                </a:solidFill>
                <a:latin typeface="Source Sans Pro" pitchFamily="34" charset="0"/>
                <a:ea typeface="Source Sans Pro" pitchFamily="34" charset="-122"/>
                <a:cs typeface="Source Sans Pro" pitchFamily="34" charset="-120"/>
              </a:rPr>
              <a:t>, and 12</a:t>
            </a:r>
            <a:r>
              <a:rPr lang="en-US" sz="2800" b="1" baseline="30000" dirty="0">
                <a:solidFill>
                  <a:srgbClr val="3A3630"/>
                </a:solidFill>
                <a:latin typeface="Source Sans Pro" pitchFamily="34" charset="0"/>
                <a:ea typeface="Source Sans Pro" pitchFamily="34" charset="-122"/>
                <a:cs typeface="Source Sans Pro" pitchFamily="34" charset="-120"/>
              </a:rPr>
              <a:t>th</a:t>
            </a:r>
            <a:r>
              <a:rPr lang="en-US" sz="2800" b="1" dirty="0">
                <a:solidFill>
                  <a:srgbClr val="3A3630"/>
                </a:solidFill>
                <a:latin typeface="Source Sans Pro" pitchFamily="34" charset="0"/>
                <a:ea typeface="Source Sans Pro" pitchFamily="34" charset="-122"/>
                <a:cs typeface="Source Sans Pro" pitchFamily="34" charset="-120"/>
              </a:rPr>
              <a:t> element respectively </a:t>
            </a:r>
          </a:p>
        </p:txBody>
      </p:sp>
      <p:pic>
        <p:nvPicPr>
          <p:cNvPr id="12" name="Picture 11">
            <a:extLst>
              <a:ext uri="{FF2B5EF4-FFF2-40B4-BE49-F238E27FC236}">
                <a16:creationId xmlns:a16="http://schemas.microsoft.com/office/drawing/2014/main" id="{6B512781-DB72-B240-4D86-9160AE826870}"/>
              </a:ext>
            </a:extLst>
          </p:cNvPr>
          <p:cNvPicPr>
            <a:picLocks noChangeAspect="1"/>
          </p:cNvPicPr>
          <p:nvPr/>
        </p:nvPicPr>
        <p:blipFill>
          <a:blip r:embed="rId3"/>
          <a:stretch>
            <a:fillRect/>
          </a:stretch>
        </p:blipFill>
        <p:spPr>
          <a:xfrm>
            <a:off x="2075629" y="3975409"/>
            <a:ext cx="10479140" cy="2982137"/>
          </a:xfrm>
          <a:prstGeom prst="rect">
            <a:avLst/>
          </a:prstGeom>
        </p:spPr>
      </p:pic>
    </p:spTree>
    <p:extLst>
      <p:ext uri="{BB962C8B-B14F-4D97-AF65-F5344CB8AC3E}">
        <p14:creationId xmlns:p14="http://schemas.microsoft.com/office/powerpoint/2010/main" val="2691670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2" y="85383"/>
            <a:ext cx="14630400" cy="10950644"/>
          </a:xfrm>
          <a:prstGeom prst="rect">
            <a:avLst/>
          </a:prstGeom>
          <a:solidFill>
            <a:srgbClr val="FEF5E7"/>
          </a:solidFill>
          <a:ln/>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Text 2"/>
          <p:cNvSpPr/>
          <p:nvPr/>
        </p:nvSpPr>
        <p:spPr>
          <a:xfrm>
            <a:off x="1" y="1319840"/>
            <a:ext cx="14630400" cy="653415"/>
          </a:xfrm>
          <a:prstGeom prst="rect">
            <a:avLst/>
          </a:prstGeom>
          <a:noFill/>
          <a:ln/>
        </p:spPr>
        <p:txBody>
          <a:bodyPr wrap="none" rtlCol="0" anchor="t"/>
          <a:lstStyle/>
          <a:p>
            <a:pPr marL="0" indent="0" algn="ctr">
              <a:lnSpc>
                <a:spcPts val="5146"/>
              </a:lnSpc>
              <a:buNone/>
            </a:pPr>
            <a:endParaRPr lang="en-US" sz="4117" b="1" dirty="0"/>
          </a:p>
        </p:txBody>
      </p:sp>
      <p:sp>
        <p:nvSpPr>
          <p:cNvPr id="5" name="Text 3"/>
          <p:cNvSpPr/>
          <p:nvPr/>
        </p:nvSpPr>
        <p:spPr>
          <a:xfrm>
            <a:off x="2348389" y="3219807"/>
            <a:ext cx="4695706" cy="355402"/>
          </a:xfrm>
          <a:prstGeom prst="rect">
            <a:avLst/>
          </a:prstGeom>
          <a:noFill/>
          <a:ln/>
        </p:spPr>
        <p:txBody>
          <a:bodyPr wrap="none" rtlCol="0" anchor="t"/>
          <a:lstStyle/>
          <a:p>
            <a:pPr marL="0" indent="0">
              <a:lnSpc>
                <a:spcPts val="2799"/>
              </a:lnSpc>
              <a:buNone/>
            </a:pPr>
            <a:endParaRPr lang="en-US" sz="1750" dirty="0"/>
          </a:p>
        </p:txBody>
      </p:sp>
      <p:graphicFrame>
        <p:nvGraphicFramePr>
          <p:cNvPr id="7" name="Diagram 6">
            <a:extLst>
              <a:ext uri="{FF2B5EF4-FFF2-40B4-BE49-F238E27FC236}">
                <a16:creationId xmlns:a16="http://schemas.microsoft.com/office/drawing/2014/main" id="{204F0A04-0328-1ED9-7D4C-B16520BCA481}"/>
              </a:ext>
            </a:extLst>
          </p:cNvPr>
          <p:cNvGraphicFramePr/>
          <p:nvPr>
            <p:extLst>
              <p:ext uri="{D42A27DB-BD31-4B8C-83A1-F6EECF244321}">
                <p14:modId xmlns:p14="http://schemas.microsoft.com/office/powerpoint/2010/main" val="1525670435"/>
              </p:ext>
            </p:extLst>
          </p:nvPr>
        </p:nvGraphicFramePr>
        <p:xfrm>
          <a:off x="1" y="1787746"/>
          <a:ext cx="14630401" cy="59643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3" name="Diagram 12">
            <a:extLst>
              <a:ext uri="{FF2B5EF4-FFF2-40B4-BE49-F238E27FC236}">
                <a16:creationId xmlns:a16="http://schemas.microsoft.com/office/drawing/2014/main" id="{8C196CC7-7D8F-0FD0-CA32-C25C003A1D20}"/>
              </a:ext>
            </a:extLst>
          </p:cNvPr>
          <p:cNvGraphicFramePr/>
          <p:nvPr>
            <p:extLst>
              <p:ext uri="{D42A27DB-BD31-4B8C-83A1-F6EECF244321}">
                <p14:modId xmlns:p14="http://schemas.microsoft.com/office/powerpoint/2010/main" val="3484119778"/>
              </p:ext>
            </p:extLst>
          </p:nvPr>
        </p:nvGraphicFramePr>
        <p:xfrm>
          <a:off x="654627" y="312705"/>
          <a:ext cx="13321146" cy="138319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279710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1" y="-228600"/>
            <a:ext cx="14630400" cy="10950644"/>
          </a:xfrm>
          <a:prstGeom prst="rect">
            <a:avLst/>
          </a:prstGeom>
          <a:solidFill>
            <a:srgbClr val="FEF5E7"/>
          </a:solidFill>
          <a:ln/>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Text 2"/>
          <p:cNvSpPr/>
          <p:nvPr/>
        </p:nvSpPr>
        <p:spPr>
          <a:xfrm>
            <a:off x="1" y="1319840"/>
            <a:ext cx="14630400" cy="653415"/>
          </a:xfrm>
          <a:prstGeom prst="rect">
            <a:avLst/>
          </a:prstGeom>
          <a:noFill/>
          <a:ln/>
        </p:spPr>
        <p:txBody>
          <a:bodyPr wrap="none" rtlCol="0" anchor="t"/>
          <a:lstStyle/>
          <a:p>
            <a:pPr marL="0" indent="0" algn="ctr">
              <a:lnSpc>
                <a:spcPts val="5146"/>
              </a:lnSpc>
              <a:buNone/>
            </a:pPr>
            <a:endParaRPr lang="en-US" sz="4117" b="1" dirty="0"/>
          </a:p>
        </p:txBody>
      </p:sp>
      <p:sp>
        <p:nvSpPr>
          <p:cNvPr id="5" name="Text 3"/>
          <p:cNvSpPr/>
          <p:nvPr/>
        </p:nvSpPr>
        <p:spPr>
          <a:xfrm>
            <a:off x="2348389" y="3219807"/>
            <a:ext cx="4695706" cy="355402"/>
          </a:xfrm>
          <a:prstGeom prst="rect">
            <a:avLst/>
          </a:prstGeom>
          <a:noFill/>
          <a:ln/>
        </p:spPr>
        <p:txBody>
          <a:bodyPr wrap="none" rtlCol="0" anchor="t"/>
          <a:lstStyle/>
          <a:p>
            <a:pPr marL="0" indent="0">
              <a:lnSpc>
                <a:spcPts val="2799"/>
              </a:lnSpc>
              <a:buNone/>
            </a:pPr>
            <a:endParaRPr lang="en-US" sz="1750" dirty="0"/>
          </a:p>
        </p:txBody>
      </p:sp>
      <p:sp>
        <p:nvSpPr>
          <p:cNvPr id="6" name="Text 4"/>
          <p:cNvSpPr/>
          <p:nvPr/>
        </p:nvSpPr>
        <p:spPr>
          <a:xfrm>
            <a:off x="124690" y="1272054"/>
            <a:ext cx="14630401" cy="4798953"/>
          </a:xfrm>
          <a:prstGeom prst="rect">
            <a:avLst/>
          </a:prstGeom>
          <a:noFill/>
          <a:ln/>
        </p:spPr>
        <p:txBody>
          <a:bodyPr wrap="square" rtlCol="0" anchor="t"/>
          <a:lstStyle/>
          <a:p>
            <a:pPr marL="0" indent="0" algn="ctr">
              <a:lnSpc>
                <a:spcPts val="2799"/>
              </a:lnSpc>
              <a:buNone/>
            </a:pPr>
            <a:endParaRPr lang="en-US" sz="2800" b="1" dirty="0">
              <a:solidFill>
                <a:srgbClr val="3A3630"/>
              </a:solidFill>
              <a:latin typeface="Source Sans Pro" pitchFamily="34" charset="0"/>
              <a:ea typeface="Source Sans Pro" pitchFamily="34" charset="-122"/>
              <a:cs typeface="Source Sans Pro" pitchFamily="34" charset="-120"/>
            </a:endParaRPr>
          </a:p>
        </p:txBody>
      </p:sp>
      <p:graphicFrame>
        <p:nvGraphicFramePr>
          <p:cNvPr id="10" name="Diagram 9">
            <a:extLst>
              <a:ext uri="{FF2B5EF4-FFF2-40B4-BE49-F238E27FC236}">
                <a16:creationId xmlns:a16="http://schemas.microsoft.com/office/drawing/2014/main" id="{89DF7A6D-5D09-0F7E-4191-3E27EE7DB0C2}"/>
              </a:ext>
            </a:extLst>
          </p:cNvPr>
          <p:cNvGraphicFramePr/>
          <p:nvPr>
            <p:extLst>
              <p:ext uri="{D42A27DB-BD31-4B8C-83A1-F6EECF244321}">
                <p14:modId xmlns:p14="http://schemas.microsoft.com/office/powerpoint/2010/main" val="2134201835"/>
              </p:ext>
            </p:extLst>
          </p:nvPr>
        </p:nvGraphicFramePr>
        <p:xfrm>
          <a:off x="1" y="-228600"/>
          <a:ext cx="14630400" cy="89777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extBox 13">
            <a:extLst>
              <a:ext uri="{FF2B5EF4-FFF2-40B4-BE49-F238E27FC236}">
                <a16:creationId xmlns:a16="http://schemas.microsoft.com/office/drawing/2014/main" id="{D5FFC6DA-EC1C-012F-19DE-2673690D52C0}"/>
              </a:ext>
            </a:extLst>
          </p:cNvPr>
          <p:cNvSpPr txBox="1"/>
          <p:nvPr/>
        </p:nvSpPr>
        <p:spPr>
          <a:xfrm>
            <a:off x="9434945" y="5403273"/>
            <a:ext cx="3106882" cy="646331"/>
          </a:xfrm>
          <a:prstGeom prst="rect">
            <a:avLst/>
          </a:prstGeom>
          <a:noFill/>
        </p:spPr>
        <p:txBody>
          <a:bodyPr wrap="square" rtlCol="0">
            <a:spAutoFit/>
          </a:bodyPr>
          <a:lstStyle/>
          <a:p>
            <a:r>
              <a:rPr lang="en-US" dirty="0"/>
              <a:t>RMS </a:t>
            </a:r>
            <a:r>
              <a:rPr lang="en-US" dirty="0">
                <a:sym typeface="Wingdings" panose="05000000000000000000" pitchFamily="2" charset="2"/>
              </a:rPr>
              <a:t> 11.430299810188243</a:t>
            </a:r>
          </a:p>
          <a:p>
            <a:r>
              <a:rPr lang="en-US" dirty="0">
                <a:sym typeface="Wingdings" panose="05000000000000000000" pitchFamily="2" charset="2"/>
              </a:rPr>
              <a:t>R2      0.9844648691416579</a:t>
            </a:r>
            <a:endParaRPr lang="en-US" dirty="0"/>
          </a:p>
        </p:txBody>
      </p:sp>
    </p:spTree>
    <p:extLst>
      <p:ext uri="{BB962C8B-B14F-4D97-AF65-F5344CB8AC3E}">
        <p14:creationId xmlns:p14="http://schemas.microsoft.com/office/powerpoint/2010/main" val="2654589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1820109"/>
            <a:ext cx="14630400" cy="9414986"/>
          </a:xfrm>
          <a:prstGeom prst="rect">
            <a:avLst/>
          </a:prstGeom>
          <a:solidFill>
            <a:srgbClr val="FEF5E7"/>
          </a:solidFill>
          <a:ln/>
        </p:spPr>
      </p:sp>
      <p:sp>
        <p:nvSpPr>
          <p:cNvPr id="4" name="Text 2"/>
          <p:cNvSpPr/>
          <p:nvPr/>
        </p:nvSpPr>
        <p:spPr>
          <a:xfrm>
            <a:off x="2348508" y="420053"/>
            <a:ext cx="9933503" cy="1306830"/>
          </a:xfrm>
          <a:prstGeom prst="rect">
            <a:avLst/>
          </a:prstGeom>
          <a:noFill/>
          <a:ln/>
        </p:spPr>
        <p:txBody>
          <a:bodyPr wrap="square" rtlCol="0" anchor="t"/>
          <a:lstStyle/>
          <a:p>
            <a:pPr marL="0" indent="0" algn="ctr">
              <a:lnSpc>
                <a:spcPts val="5146"/>
              </a:lnSpc>
              <a:buNone/>
            </a:pPr>
            <a:r>
              <a:rPr lang="en-US" sz="4000" b="1" dirty="0"/>
              <a:t>The Problem Faced In Prediction Based On The Original Closing Price</a:t>
            </a:r>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sp>
        <p:nvSpPr>
          <p:cNvPr id="17" name="TextBox 16">
            <a:extLst>
              <a:ext uri="{FF2B5EF4-FFF2-40B4-BE49-F238E27FC236}">
                <a16:creationId xmlns:a16="http://schemas.microsoft.com/office/drawing/2014/main" id="{C41DE9D9-211D-BA5C-07A0-05D08038CFA0}"/>
              </a:ext>
            </a:extLst>
          </p:cNvPr>
          <p:cNvSpPr txBox="1"/>
          <p:nvPr/>
        </p:nvSpPr>
        <p:spPr>
          <a:xfrm>
            <a:off x="1219264" y="1891428"/>
            <a:ext cx="12658970" cy="1200329"/>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The volatility of the stock market on daily Closing prices</a:t>
            </a:r>
          </a:p>
          <a:p>
            <a:pPr marL="342900" indent="-342900">
              <a:buFont typeface="Arial" panose="020B0604020202020204" pitchFamily="34" charset="0"/>
              <a:buChar char="•"/>
            </a:pPr>
            <a:r>
              <a:rPr lang="en-US" sz="2400" b="1" dirty="0"/>
              <a:t>Leading to a very rough or haphazard closing curve </a:t>
            </a:r>
          </a:p>
          <a:p>
            <a:pPr marL="342900" indent="-342900">
              <a:buFont typeface="Arial" panose="020B0604020202020204" pitchFamily="34" charset="0"/>
              <a:buChar char="•"/>
            </a:pPr>
            <a:r>
              <a:rPr lang="en-US" sz="2400" b="1" dirty="0"/>
              <a:t> This can be improved by taking a Moving average of 200 days as shown below </a:t>
            </a:r>
          </a:p>
        </p:txBody>
      </p:sp>
      <p:pic>
        <p:nvPicPr>
          <p:cNvPr id="19" name="Picture 18">
            <a:extLst>
              <a:ext uri="{FF2B5EF4-FFF2-40B4-BE49-F238E27FC236}">
                <a16:creationId xmlns:a16="http://schemas.microsoft.com/office/drawing/2014/main" id="{2D39AA76-7660-A714-981F-631E1D29524D}"/>
              </a:ext>
            </a:extLst>
          </p:cNvPr>
          <p:cNvPicPr>
            <a:picLocks noChangeAspect="1"/>
          </p:cNvPicPr>
          <p:nvPr/>
        </p:nvPicPr>
        <p:blipFill>
          <a:blip r:embed="rId3"/>
          <a:stretch>
            <a:fillRect/>
          </a:stretch>
        </p:blipFill>
        <p:spPr>
          <a:xfrm>
            <a:off x="1219264" y="3278149"/>
            <a:ext cx="12191869" cy="4399001"/>
          </a:xfrm>
          <a:prstGeom prst="rect">
            <a:avLst/>
          </a:prstGeom>
        </p:spPr>
      </p:pic>
    </p:spTree>
    <p:extLst>
      <p:ext uri="{BB962C8B-B14F-4D97-AF65-F5344CB8AC3E}">
        <p14:creationId xmlns:p14="http://schemas.microsoft.com/office/powerpoint/2010/main" val="49609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14630400" cy="8229600"/>
          </a:xfrm>
          <a:prstGeom prst="rect">
            <a:avLst/>
          </a:prstGeom>
          <a:solidFill>
            <a:srgbClr val="F2E4CF"/>
          </a:solidFill>
          <a:ln/>
        </p:spPr>
        <p:txBody>
          <a:bodyPr/>
          <a:lstStyle/>
          <a:p>
            <a:endParaRPr lang="en-US" dirty="0"/>
          </a:p>
        </p:txBody>
      </p:sp>
      <p:sp>
        <p:nvSpPr>
          <p:cNvPr id="3" name="Shape 1"/>
          <p:cNvSpPr/>
          <p:nvPr/>
        </p:nvSpPr>
        <p:spPr>
          <a:xfrm>
            <a:off x="1" y="1416427"/>
            <a:ext cx="14630400" cy="9414986"/>
          </a:xfrm>
          <a:prstGeom prst="rect">
            <a:avLst/>
          </a:prstGeom>
          <a:solidFill>
            <a:srgbClr val="FEF5E7"/>
          </a:solidFill>
          <a:ln/>
        </p:spPr>
      </p:sp>
      <p:sp>
        <p:nvSpPr>
          <p:cNvPr id="4" name="Text 2"/>
          <p:cNvSpPr/>
          <p:nvPr/>
        </p:nvSpPr>
        <p:spPr>
          <a:xfrm>
            <a:off x="4258188" y="454235"/>
            <a:ext cx="6404967" cy="776585"/>
          </a:xfrm>
          <a:prstGeom prst="rect">
            <a:avLst/>
          </a:prstGeom>
          <a:noFill/>
          <a:ln/>
        </p:spPr>
        <p:txBody>
          <a:bodyPr wrap="square" rtlCol="0" anchor="t"/>
          <a:lstStyle/>
          <a:p>
            <a:pPr marL="0" indent="0" algn="ctr">
              <a:lnSpc>
                <a:spcPts val="5146"/>
              </a:lnSpc>
              <a:buNone/>
            </a:pPr>
            <a:r>
              <a:rPr lang="en-US" sz="4117" b="1" dirty="0"/>
              <a:t>The Solution To The Problem</a:t>
            </a:r>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sp>
        <p:nvSpPr>
          <p:cNvPr id="17" name="TextBox 16">
            <a:extLst>
              <a:ext uri="{FF2B5EF4-FFF2-40B4-BE49-F238E27FC236}">
                <a16:creationId xmlns:a16="http://schemas.microsoft.com/office/drawing/2014/main" id="{C41DE9D9-211D-BA5C-07A0-05D08038CFA0}"/>
              </a:ext>
            </a:extLst>
          </p:cNvPr>
          <p:cNvSpPr txBox="1"/>
          <p:nvPr/>
        </p:nvSpPr>
        <p:spPr>
          <a:xfrm>
            <a:off x="1245487" y="1562936"/>
            <a:ext cx="12658970" cy="1200329"/>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To overcome the problem, we came up with a solution.</a:t>
            </a:r>
          </a:p>
          <a:p>
            <a:pPr marL="342900" indent="-342900">
              <a:buFont typeface="Arial" panose="020B0604020202020204" pitchFamily="34" charset="0"/>
              <a:buChar char="•"/>
            </a:pPr>
            <a:r>
              <a:rPr lang="en-US" sz="2400" b="1" dirty="0"/>
              <a:t>Instead of using the actual daily closing price to train and test our model, we can utilize the 200-day moving average.</a:t>
            </a:r>
          </a:p>
        </p:txBody>
      </p:sp>
      <p:pic>
        <p:nvPicPr>
          <p:cNvPr id="8" name="Picture 7">
            <a:extLst>
              <a:ext uri="{FF2B5EF4-FFF2-40B4-BE49-F238E27FC236}">
                <a16:creationId xmlns:a16="http://schemas.microsoft.com/office/drawing/2014/main" id="{83A01083-335D-62CF-2DDC-E96ACAED401B}"/>
              </a:ext>
            </a:extLst>
          </p:cNvPr>
          <p:cNvPicPr>
            <a:picLocks noChangeAspect="1"/>
          </p:cNvPicPr>
          <p:nvPr/>
        </p:nvPicPr>
        <p:blipFill>
          <a:blip r:embed="rId3"/>
          <a:stretch>
            <a:fillRect/>
          </a:stretch>
        </p:blipFill>
        <p:spPr>
          <a:xfrm>
            <a:off x="1111827" y="2909774"/>
            <a:ext cx="12658971" cy="4650739"/>
          </a:xfrm>
          <a:prstGeom prst="rect">
            <a:avLst/>
          </a:prstGeom>
        </p:spPr>
      </p:pic>
      <p:sp>
        <p:nvSpPr>
          <p:cNvPr id="11" name="TextBox 10">
            <a:extLst>
              <a:ext uri="{FF2B5EF4-FFF2-40B4-BE49-F238E27FC236}">
                <a16:creationId xmlns:a16="http://schemas.microsoft.com/office/drawing/2014/main" id="{F66FAA3E-0F07-5FB5-29E6-3C9C9AFC8E11}"/>
              </a:ext>
            </a:extLst>
          </p:cNvPr>
          <p:cNvSpPr txBox="1"/>
          <p:nvPr/>
        </p:nvSpPr>
        <p:spPr>
          <a:xfrm>
            <a:off x="10525991" y="6319957"/>
            <a:ext cx="2992582" cy="646331"/>
          </a:xfrm>
          <a:prstGeom prst="rect">
            <a:avLst/>
          </a:prstGeom>
          <a:noFill/>
        </p:spPr>
        <p:txBody>
          <a:bodyPr wrap="square" rtlCol="0">
            <a:spAutoFit/>
          </a:bodyPr>
          <a:lstStyle/>
          <a:p>
            <a:r>
              <a:rPr lang="en-US" dirty="0"/>
              <a:t>RMS </a:t>
            </a:r>
            <a:r>
              <a:rPr lang="en-US" dirty="0">
                <a:sym typeface="Wingdings" panose="05000000000000000000" pitchFamily="2" charset="2"/>
              </a:rPr>
              <a:t>--&gt; 4.612743009107853 R2    --&gt; 0.998001315036666</a:t>
            </a:r>
          </a:p>
        </p:txBody>
      </p:sp>
    </p:spTree>
    <p:extLst>
      <p:ext uri="{BB962C8B-B14F-4D97-AF65-F5344CB8AC3E}">
        <p14:creationId xmlns:p14="http://schemas.microsoft.com/office/powerpoint/2010/main" val="275651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1701997"/>
            <a:ext cx="14630400" cy="9787187"/>
          </a:xfrm>
          <a:prstGeom prst="rect">
            <a:avLst/>
          </a:prstGeom>
          <a:solidFill>
            <a:srgbClr val="FEF5E7"/>
          </a:solidFill>
          <a:ln/>
        </p:spPr>
      </p:sp>
      <p:sp>
        <p:nvSpPr>
          <p:cNvPr id="4" name="Text 2"/>
          <p:cNvSpPr/>
          <p:nvPr/>
        </p:nvSpPr>
        <p:spPr>
          <a:xfrm>
            <a:off x="2348508" y="539900"/>
            <a:ext cx="9933503" cy="1306830"/>
          </a:xfrm>
          <a:prstGeom prst="rect">
            <a:avLst/>
          </a:prstGeom>
          <a:noFill/>
          <a:ln/>
        </p:spPr>
        <p:txBody>
          <a:bodyPr wrap="square" rtlCol="0" anchor="t"/>
          <a:lstStyle/>
          <a:p>
            <a:pPr marL="0" indent="0" algn="ctr">
              <a:lnSpc>
                <a:spcPts val="5146"/>
              </a:lnSpc>
              <a:buNone/>
            </a:pPr>
            <a:r>
              <a:rPr lang="en-US" sz="4117" b="1" dirty="0"/>
              <a:t>Significance of the previous prediction</a:t>
            </a:r>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graphicFrame>
        <p:nvGraphicFramePr>
          <p:cNvPr id="5" name="Diagram 4">
            <a:extLst>
              <a:ext uri="{FF2B5EF4-FFF2-40B4-BE49-F238E27FC236}">
                <a16:creationId xmlns:a16="http://schemas.microsoft.com/office/drawing/2014/main" id="{9BAD4F93-63D9-62D1-EC1C-8D3485B3A1B8}"/>
              </a:ext>
            </a:extLst>
          </p:cNvPr>
          <p:cNvGraphicFramePr/>
          <p:nvPr>
            <p:extLst>
              <p:ext uri="{D42A27DB-BD31-4B8C-83A1-F6EECF244321}">
                <p14:modId xmlns:p14="http://schemas.microsoft.com/office/powerpoint/2010/main" val="2359242549"/>
              </p:ext>
            </p:extLst>
          </p:nvPr>
        </p:nvGraphicFramePr>
        <p:xfrm>
          <a:off x="0" y="1701997"/>
          <a:ext cx="14630400" cy="64340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44084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dirty="0"/>
          </a:p>
        </p:txBody>
      </p:sp>
      <p:sp>
        <p:nvSpPr>
          <p:cNvPr id="3" name="Shape 1"/>
          <p:cNvSpPr/>
          <p:nvPr/>
        </p:nvSpPr>
        <p:spPr>
          <a:xfrm>
            <a:off x="0" y="2074199"/>
            <a:ext cx="14630400" cy="9414986"/>
          </a:xfrm>
          <a:prstGeom prst="rect">
            <a:avLst/>
          </a:prstGeom>
          <a:solidFill>
            <a:srgbClr val="FEF5E7"/>
          </a:solidFill>
          <a:ln/>
        </p:spPr>
      </p:sp>
      <p:sp>
        <p:nvSpPr>
          <p:cNvPr id="4" name="Text 2"/>
          <p:cNvSpPr/>
          <p:nvPr/>
        </p:nvSpPr>
        <p:spPr>
          <a:xfrm>
            <a:off x="2348508" y="383685"/>
            <a:ext cx="9933503" cy="1306830"/>
          </a:xfrm>
          <a:prstGeom prst="rect">
            <a:avLst/>
          </a:prstGeom>
          <a:noFill/>
          <a:ln/>
        </p:spPr>
        <p:txBody>
          <a:bodyPr wrap="square" rtlCol="0" anchor="t"/>
          <a:lstStyle/>
          <a:p>
            <a:pPr marL="0" indent="0" algn="ctr">
              <a:lnSpc>
                <a:spcPts val="5146"/>
              </a:lnSpc>
              <a:buNone/>
            </a:pPr>
            <a:r>
              <a:rPr lang="en-US" sz="4117" b="1" dirty="0"/>
              <a:t>Approaches used to develop more precise model for short-term stock trading.</a:t>
            </a:r>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graphicFrame>
        <p:nvGraphicFramePr>
          <p:cNvPr id="5" name="Diagram 4">
            <a:extLst>
              <a:ext uri="{FF2B5EF4-FFF2-40B4-BE49-F238E27FC236}">
                <a16:creationId xmlns:a16="http://schemas.microsoft.com/office/drawing/2014/main" id="{7AA986DF-F9F8-1927-481B-FC9379992DDD}"/>
              </a:ext>
            </a:extLst>
          </p:cNvPr>
          <p:cNvGraphicFramePr/>
          <p:nvPr>
            <p:extLst>
              <p:ext uri="{D42A27DB-BD31-4B8C-83A1-F6EECF244321}">
                <p14:modId xmlns:p14="http://schemas.microsoft.com/office/powerpoint/2010/main" val="538905646"/>
              </p:ext>
            </p:extLst>
          </p:nvPr>
        </p:nvGraphicFramePr>
        <p:xfrm>
          <a:off x="363682" y="2459502"/>
          <a:ext cx="13426475" cy="53864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65910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dirty="0"/>
          </a:p>
        </p:txBody>
      </p:sp>
      <p:sp>
        <p:nvSpPr>
          <p:cNvPr id="3" name="Shape 1"/>
          <p:cNvSpPr/>
          <p:nvPr/>
        </p:nvSpPr>
        <p:spPr>
          <a:xfrm>
            <a:off x="0" y="0"/>
            <a:ext cx="14630400" cy="11489185"/>
          </a:xfrm>
          <a:prstGeom prst="rect">
            <a:avLst/>
          </a:prstGeom>
          <a:solidFill>
            <a:srgbClr val="FEF5E7"/>
          </a:solidFill>
          <a:ln/>
        </p:spPr>
      </p:sp>
      <p:sp>
        <p:nvSpPr>
          <p:cNvPr id="4" name="Text 2"/>
          <p:cNvSpPr/>
          <p:nvPr/>
        </p:nvSpPr>
        <p:spPr>
          <a:xfrm>
            <a:off x="2348508" y="383685"/>
            <a:ext cx="9933503" cy="1306830"/>
          </a:xfrm>
          <a:prstGeom prst="rect">
            <a:avLst/>
          </a:prstGeom>
          <a:noFill/>
          <a:ln/>
        </p:spPr>
        <p:txBody>
          <a:bodyPr wrap="square" rtlCol="0" anchor="t"/>
          <a:lstStyle/>
          <a:p>
            <a:pPr marL="0" indent="0" algn="ctr">
              <a:lnSpc>
                <a:spcPts val="5146"/>
              </a:lnSpc>
              <a:buNone/>
            </a:pPr>
            <a:endParaRPr lang="en-US" sz="4117" b="1" dirty="0"/>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graphicFrame>
        <p:nvGraphicFramePr>
          <p:cNvPr id="18" name="Diagram 17">
            <a:extLst>
              <a:ext uri="{FF2B5EF4-FFF2-40B4-BE49-F238E27FC236}">
                <a16:creationId xmlns:a16="http://schemas.microsoft.com/office/drawing/2014/main" id="{72AB3886-C8E5-93C7-1DFA-4FBBA214FD71}"/>
              </a:ext>
            </a:extLst>
          </p:cNvPr>
          <p:cNvGraphicFramePr/>
          <p:nvPr>
            <p:extLst>
              <p:ext uri="{D42A27DB-BD31-4B8C-83A1-F6EECF244321}">
                <p14:modId xmlns:p14="http://schemas.microsoft.com/office/powerpoint/2010/main" val="866064491"/>
              </p:ext>
            </p:extLst>
          </p:nvPr>
        </p:nvGraphicFramePr>
        <p:xfrm>
          <a:off x="838199" y="383685"/>
          <a:ext cx="12901613" cy="73029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28835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1820109"/>
            <a:ext cx="14630400" cy="9414986"/>
          </a:xfrm>
          <a:prstGeom prst="rect">
            <a:avLst/>
          </a:prstGeom>
          <a:solidFill>
            <a:srgbClr val="FEF5E7"/>
          </a:solidFill>
          <a:ln/>
        </p:spPr>
      </p:sp>
      <p:sp>
        <p:nvSpPr>
          <p:cNvPr id="4" name="Text 2"/>
          <p:cNvSpPr/>
          <p:nvPr/>
        </p:nvSpPr>
        <p:spPr>
          <a:xfrm>
            <a:off x="1881701" y="319570"/>
            <a:ext cx="11157942" cy="1306830"/>
          </a:xfrm>
          <a:prstGeom prst="rect">
            <a:avLst/>
          </a:prstGeom>
          <a:noFill/>
          <a:ln/>
        </p:spPr>
        <p:txBody>
          <a:bodyPr wrap="square" rtlCol="0" anchor="t"/>
          <a:lstStyle/>
          <a:p>
            <a:pPr marL="0" indent="0" algn="ctr">
              <a:lnSpc>
                <a:spcPts val="5146"/>
              </a:lnSpc>
              <a:buNone/>
            </a:pPr>
            <a:r>
              <a:rPr lang="en-US" sz="4117" b="1" dirty="0"/>
              <a:t>The Problem Faced In Prediction Of The Future Tops And Bottoms</a:t>
            </a:r>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sp>
        <p:nvSpPr>
          <p:cNvPr id="17" name="TextBox 16">
            <a:extLst>
              <a:ext uri="{FF2B5EF4-FFF2-40B4-BE49-F238E27FC236}">
                <a16:creationId xmlns:a16="http://schemas.microsoft.com/office/drawing/2014/main" id="{C41DE9D9-211D-BA5C-07A0-05D08038CFA0}"/>
              </a:ext>
            </a:extLst>
          </p:cNvPr>
          <p:cNvSpPr txBox="1"/>
          <p:nvPr/>
        </p:nvSpPr>
        <p:spPr>
          <a:xfrm>
            <a:off x="1197862" y="2009358"/>
            <a:ext cx="12658970" cy="1200329"/>
          </a:xfrm>
          <a:prstGeom prst="rect">
            <a:avLst/>
          </a:prstGeom>
          <a:noFill/>
        </p:spPr>
        <p:txBody>
          <a:bodyPr wrap="square" rtlCol="0">
            <a:spAutoFit/>
          </a:bodyPr>
          <a:lstStyle/>
          <a:p>
            <a:r>
              <a:rPr lang="en-US" sz="2400" b="1" dirty="0"/>
              <a:t>The main challenge in this experiment was:-</a:t>
            </a:r>
          </a:p>
          <a:p>
            <a:pPr marL="342900" indent="-342900">
              <a:buFont typeface="Arial" panose="020B0604020202020204" pitchFamily="34" charset="0"/>
              <a:buChar char="•"/>
            </a:pPr>
            <a:r>
              <a:rPr lang="en-US" sz="2400" b="1" dirty="0"/>
              <a:t>To Identify significant Tops and Bottoms for training and testing the model. </a:t>
            </a:r>
          </a:p>
          <a:p>
            <a:pPr marL="342900" indent="-342900">
              <a:buFont typeface="Arial" panose="020B0604020202020204" pitchFamily="34" charset="0"/>
              <a:buChar char="•"/>
            </a:pPr>
            <a:r>
              <a:rPr lang="en-US" sz="2400" b="1" dirty="0"/>
              <a:t>This is because the data for Tops and Bottoms are typically local.</a:t>
            </a:r>
          </a:p>
        </p:txBody>
      </p:sp>
      <p:pic>
        <p:nvPicPr>
          <p:cNvPr id="8" name="Picture 7">
            <a:extLst>
              <a:ext uri="{FF2B5EF4-FFF2-40B4-BE49-F238E27FC236}">
                <a16:creationId xmlns:a16="http://schemas.microsoft.com/office/drawing/2014/main" id="{8C3BAFFB-C827-9425-366C-341DDEBB9ED7}"/>
              </a:ext>
            </a:extLst>
          </p:cNvPr>
          <p:cNvPicPr>
            <a:picLocks noChangeAspect="1"/>
          </p:cNvPicPr>
          <p:nvPr/>
        </p:nvPicPr>
        <p:blipFill>
          <a:blip r:embed="rId3"/>
          <a:stretch>
            <a:fillRect/>
          </a:stretch>
        </p:blipFill>
        <p:spPr>
          <a:xfrm>
            <a:off x="1417709" y="3381791"/>
            <a:ext cx="11565639" cy="4416841"/>
          </a:xfrm>
          <a:prstGeom prst="rect">
            <a:avLst/>
          </a:prstGeom>
        </p:spPr>
      </p:pic>
      <p:sp>
        <p:nvSpPr>
          <p:cNvPr id="5" name="TextBox 4">
            <a:extLst>
              <a:ext uri="{FF2B5EF4-FFF2-40B4-BE49-F238E27FC236}">
                <a16:creationId xmlns:a16="http://schemas.microsoft.com/office/drawing/2014/main" id="{C2F52D14-732F-7AF6-C2F5-BC54AD84F6E5}"/>
              </a:ext>
            </a:extLst>
          </p:cNvPr>
          <p:cNvSpPr txBox="1"/>
          <p:nvPr/>
        </p:nvSpPr>
        <p:spPr>
          <a:xfrm>
            <a:off x="2819400" y="4929746"/>
            <a:ext cx="2981325" cy="646331"/>
          </a:xfrm>
          <a:prstGeom prst="rect">
            <a:avLst/>
          </a:prstGeom>
          <a:noFill/>
        </p:spPr>
        <p:txBody>
          <a:bodyPr wrap="square" rtlCol="0">
            <a:spAutoFit/>
          </a:bodyPr>
          <a:lstStyle/>
          <a:p>
            <a:r>
              <a:rPr lang="en-US" dirty="0"/>
              <a:t>RMS --&gt; 64.90939205224745</a:t>
            </a:r>
          </a:p>
          <a:p>
            <a:r>
              <a:rPr lang="en-US" dirty="0"/>
              <a:t>R2    --&gt;0.5232009661042664</a:t>
            </a:r>
          </a:p>
        </p:txBody>
      </p:sp>
    </p:spTree>
    <p:extLst>
      <p:ext uri="{BB962C8B-B14F-4D97-AF65-F5344CB8AC3E}">
        <p14:creationId xmlns:p14="http://schemas.microsoft.com/office/powerpoint/2010/main" val="145625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1166456"/>
            <a:ext cx="14630400" cy="9414986"/>
          </a:xfrm>
          <a:prstGeom prst="rect">
            <a:avLst/>
          </a:prstGeom>
          <a:solidFill>
            <a:srgbClr val="FEF5E7"/>
          </a:solidFill>
          <a:ln/>
        </p:spPr>
      </p:sp>
      <p:sp>
        <p:nvSpPr>
          <p:cNvPr id="4" name="Text 2"/>
          <p:cNvSpPr/>
          <p:nvPr/>
        </p:nvSpPr>
        <p:spPr>
          <a:xfrm>
            <a:off x="4574677" y="290275"/>
            <a:ext cx="5481042" cy="876181"/>
          </a:xfrm>
          <a:prstGeom prst="rect">
            <a:avLst/>
          </a:prstGeom>
          <a:noFill/>
          <a:ln/>
        </p:spPr>
        <p:txBody>
          <a:bodyPr wrap="square" rtlCol="0" anchor="t"/>
          <a:lstStyle/>
          <a:p>
            <a:pPr marL="0" indent="0" algn="ctr">
              <a:lnSpc>
                <a:spcPts val="5146"/>
              </a:lnSpc>
              <a:buNone/>
            </a:pPr>
            <a:r>
              <a:rPr lang="en-US" sz="4117" b="1" dirty="0"/>
              <a:t>Solution To The Problem</a:t>
            </a:r>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sp>
        <p:nvSpPr>
          <p:cNvPr id="17" name="TextBox 16">
            <a:extLst>
              <a:ext uri="{FF2B5EF4-FFF2-40B4-BE49-F238E27FC236}">
                <a16:creationId xmlns:a16="http://schemas.microsoft.com/office/drawing/2014/main" id="{C41DE9D9-211D-BA5C-07A0-05D08038CFA0}"/>
              </a:ext>
            </a:extLst>
          </p:cNvPr>
          <p:cNvSpPr txBox="1"/>
          <p:nvPr/>
        </p:nvSpPr>
        <p:spPr>
          <a:xfrm>
            <a:off x="461960" y="1232684"/>
            <a:ext cx="14443113" cy="1200329"/>
          </a:xfrm>
          <a:prstGeom prst="rect">
            <a:avLst/>
          </a:prstGeom>
          <a:noFill/>
        </p:spPr>
        <p:txBody>
          <a:bodyPr wrap="square" rtlCol="0">
            <a:spAutoFit/>
          </a:bodyPr>
          <a:lstStyle/>
          <a:p>
            <a:pPr marL="342900" indent="-342900">
              <a:buFont typeface="Arial" panose="020B0604020202020204" pitchFamily="34" charset="0"/>
              <a:buChar char="•"/>
            </a:pPr>
            <a:r>
              <a:rPr lang="en-US" sz="2400" b="1" dirty="0"/>
              <a:t>The solution to the problem is to take only significant changes in value.</a:t>
            </a:r>
          </a:p>
          <a:p>
            <a:pPr marL="342900" indent="-342900">
              <a:buFont typeface="Arial" panose="020B0604020202020204" pitchFamily="34" charset="0"/>
              <a:buChar char="•"/>
            </a:pPr>
            <a:r>
              <a:rPr lang="en-US" sz="2400" b="1" dirty="0"/>
              <a:t>The idea is to take a top or bottom if the change is significant i.e. 1% or 2% of the previous value is changed.</a:t>
            </a:r>
          </a:p>
          <a:p>
            <a:pPr marL="342900" indent="-342900">
              <a:buFont typeface="Arial" panose="020B0604020202020204" pitchFamily="34" charset="0"/>
              <a:buChar char="•"/>
            </a:pPr>
            <a:r>
              <a:rPr lang="en-US" sz="2400" b="1" dirty="0"/>
              <a:t>The only catch is that if we increase the significance value the number of data points will decrease.</a:t>
            </a:r>
          </a:p>
        </p:txBody>
      </p:sp>
      <p:pic>
        <p:nvPicPr>
          <p:cNvPr id="19" name="Picture 18">
            <a:extLst>
              <a:ext uri="{FF2B5EF4-FFF2-40B4-BE49-F238E27FC236}">
                <a16:creationId xmlns:a16="http://schemas.microsoft.com/office/drawing/2014/main" id="{B637CF9D-B3F4-5FA3-8C2D-9C5753902164}"/>
              </a:ext>
            </a:extLst>
          </p:cNvPr>
          <p:cNvPicPr>
            <a:picLocks noChangeAspect="1"/>
          </p:cNvPicPr>
          <p:nvPr/>
        </p:nvPicPr>
        <p:blipFill rotWithShape="1">
          <a:blip r:embed="rId3"/>
          <a:srcRect t="9305" b="4162"/>
          <a:stretch/>
        </p:blipFill>
        <p:spPr>
          <a:xfrm>
            <a:off x="461960" y="2691970"/>
            <a:ext cx="13706476" cy="4766549"/>
          </a:xfrm>
          <a:prstGeom prst="rect">
            <a:avLst/>
          </a:prstGeom>
        </p:spPr>
      </p:pic>
    </p:spTree>
    <p:extLst>
      <p:ext uri="{BB962C8B-B14F-4D97-AF65-F5344CB8AC3E}">
        <p14:creationId xmlns:p14="http://schemas.microsoft.com/office/powerpoint/2010/main" val="3056142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9414986"/>
          </a:xfrm>
          <a:prstGeom prst="rect">
            <a:avLst/>
          </a:prstGeom>
          <a:solidFill>
            <a:srgbClr val="FEF5E7"/>
          </a:solidFill>
          <a:ln/>
        </p:spPr>
        <p:txBody>
          <a:bodyPr/>
          <a:lstStyle/>
          <a:p>
            <a:endParaRPr lang="en-US" dirty="0"/>
          </a:p>
        </p:txBody>
      </p:sp>
      <p:sp>
        <p:nvSpPr>
          <p:cNvPr id="4" name="Text 2"/>
          <p:cNvSpPr/>
          <p:nvPr/>
        </p:nvSpPr>
        <p:spPr>
          <a:xfrm>
            <a:off x="2348508" y="278725"/>
            <a:ext cx="9933503" cy="1306830"/>
          </a:xfrm>
          <a:prstGeom prst="rect">
            <a:avLst/>
          </a:prstGeom>
          <a:noFill/>
          <a:ln/>
        </p:spPr>
        <p:txBody>
          <a:bodyPr wrap="square" rtlCol="0" anchor="t"/>
          <a:lstStyle/>
          <a:p>
            <a:pPr marL="0" indent="0" algn="ctr">
              <a:lnSpc>
                <a:spcPts val="5146"/>
              </a:lnSpc>
              <a:buNone/>
            </a:pPr>
            <a:endParaRPr lang="en-US" sz="4117" b="1" dirty="0"/>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sp>
        <p:nvSpPr>
          <p:cNvPr id="17" name="TextBox 16">
            <a:extLst>
              <a:ext uri="{FF2B5EF4-FFF2-40B4-BE49-F238E27FC236}">
                <a16:creationId xmlns:a16="http://schemas.microsoft.com/office/drawing/2014/main" id="{C41DE9D9-211D-BA5C-07A0-05D08038CFA0}"/>
              </a:ext>
            </a:extLst>
          </p:cNvPr>
          <p:cNvSpPr txBox="1"/>
          <p:nvPr/>
        </p:nvSpPr>
        <p:spPr>
          <a:xfrm>
            <a:off x="878895" y="580115"/>
            <a:ext cx="12872610" cy="615553"/>
          </a:xfrm>
          <a:prstGeom prst="rect">
            <a:avLst/>
          </a:prstGeom>
          <a:noFill/>
        </p:spPr>
        <p:txBody>
          <a:bodyPr wrap="square" rtlCol="0">
            <a:spAutoFit/>
          </a:bodyPr>
          <a:lstStyle/>
          <a:p>
            <a:r>
              <a:rPr lang="en-US" sz="3400" b="1" u="sng" dirty="0"/>
              <a:t>The Results Of Tops And Bottoms With Significant Change Value Of 1%.</a:t>
            </a:r>
          </a:p>
        </p:txBody>
      </p:sp>
      <p:pic>
        <p:nvPicPr>
          <p:cNvPr id="19" name="Picture 18">
            <a:extLst>
              <a:ext uri="{FF2B5EF4-FFF2-40B4-BE49-F238E27FC236}">
                <a16:creationId xmlns:a16="http://schemas.microsoft.com/office/drawing/2014/main" id="{D81F5262-D88B-BF82-020A-AA2C8F0D734A}"/>
              </a:ext>
            </a:extLst>
          </p:cNvPr>
          <p:cNvPicPr>
            <a:picLocks noChangeAspect="1"/>
          </p:cNvPicPr>
          <p:nvPr/>
        </p:nvPicPr>
        <p:blipFill>
          <a:blip r:embed="rId3"/>
          <a:stretch>
            <a:fillRect/>
          </a:stretch>
        </p:blipFill>
        <p:spPr>
          <a:xfrm>
            <a:off x="878894" y="1585555"/>
            <a:ext cx="12872611" cy="5720120"/>
          </a:xfrm>
          <a:prstGeom prst="rect">
            <a:avLst/>
          </a:prstGeom>
        </p:spPr>
      </p:pic>
      <p:sp>
        <p:nvSpPr>
          <p:cNvPr id="20" name="TextBox 19">
            <a:extLst>
              <a:ext uri="{FF2B5EF4-FFF2-40B4-BE49-F238E27FC236}">
                <a16:creationId xmlns:a16="http://schemas.microsoft.com/office/drawing/2014/main" id="{AACF5B28-C466-AA21-235F-A98585CACD97}"/>
              </a:ext>
            </a:extLst>
          </p:cNvPr>
          <p:cNvSpPr txBox="1"/>
          <p:nvPr/>
        </p:nvSpPr>
        <p:spPr>
          <a:xfrm>
            <a:off x="2004029" y="3282312"/>
            <a:ext cx="2761674" cy="369332"/>
          </a:xfrm>
          <a:prstGeom prst="rect">
            <a:avLst/>
          </a:prstGeom>
          <a:noFill/>
        </p:spPr>
        <p:txBody>
          <a:bodyPr wrap="square" rtlCol="0">
            <a:spAutoFit/>
          </a:bodyPr>
          <a:lstStyle/>
          <a:p>
            <a:r>
              <a:rPr lang="en-US" b="1" u="sng" dirty="0">
                <a:solidFill>
                  <a:schemeClr val="accent2">
                    <a:lumMod val="50000"/>
                  </a:schemeClr>
                </a:solidFill>
              </a:rPr>
              <a:t>With 1% significant change</a:t>
            </a:r>
          </a:p>
        </p:txBody>
      </p:sp>
      <p:sp>
        <p:nvSpPr>
          <p:cNvPr id="21" name="TextBox 20">
            <a:extLst>
              <a:ext uri="{FF2B5EF4-FFF2-40B4-BE49-F238E27FC236}">
                <a16:creationId xmlns:a16="http://schemas.microsoft.com/office/drawing/2014/main" id="{47881918-79F4-2372-756F-F6BF38A443DF}"/>
              </a:ext>
            </a:extLst>
          </p:cNvPr>
          <p:cNvSpPr txBox="1"/>
          <p:nvPr/>
        </p:nvSpPr>
        <p:spPr>
          <a:xfrm>
            <a:off x="10444705" y="5724320"/>
            <a:ext cx="3169956" cy="646331"/>
          </a:xfrm>
          <a:prstGeom prst="rect">
            <a:avLst/>
          </a:prstGeom>
          <a:noFill/>
        </p:spPr>
        <p:txBody>
          <a:bodyPr wrap="square" rtlCol="0">
            <a:spAutoFit/>
          </a:bodyPr>
          <a:lstStyle/>
          <a:p>
            <a:r>
              <a:rPr lang="en-US" dirty="0"/>
              <a:t>RMS --&gt; 19.628447670272106</a:t>
            </a:r>
          </a:p>
          <a:p>
            <a:r>
              <a:rPr lang="en-US" dirty="0"/>
              <a:t>R2     --&gt; 0.9628299366037997</a:t>
            </a:r>
          </a:p>
        </p:txBody>
      </p:sp>
    </p:spTree>
    <p:extLst>
      <p:ext uri="{BB962C8B-B14F-4D97-AF65-F5344CB8AC3E}">
        <p14:creationId xmlns:p14="http://schemas.microsoft.com/office/powerpoint/2010/main" val="996546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9414986"/>
          </a:xfrm>
          <a:prstGeom prst="rect">
            <a:avLst/>
          </a:prstGeom>
          <a:solidFill>
            <a:srgbClr val="FEF5E7"/>
          </a:solidFill>
          <a:ln/>
        </p:spPr>
      </p:sp>
      <p:sp>
        <p:nvSpPr>
          <p:cNvPr id="4" name="Text 2"/>
          <p:cNvSpPr/>
          <p:nvPr/>
        </p:nvSpPr>
        <p:spPr>
          <a:xfrm>
            <a:off x="2348508" y="278725"/>
            <a:ext cx="9933503" cy="1306830"/>
          </a:xfrm>
          <a:prstGeom prst="rect">
            <a:avLst/>
          </a:prstGeom>
          <a:noFill/>
          <a:ln/>
        </p:spPr>
        <p:txBody>
          <a:bodyPr wrap="square" rtlCol="0" anchor="t"/>
          <a:lstStyle/>
          <a:p>
            <a:pPr marL="0" indent="0" algn="ctr">
              <a:lnSpc>
                <a:spcPts val="5146"/>
              </a:lnSpc>
              <a:buNone/>
            </a:pPr>
            <a:endParaRPr lang="en-US" sz="4117" b="1" dirty="0"/>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sp>
        <p:nvSpPr>
          <p:cNvPr id="17" name="TextBox 16">
            <a:extLst>
              <a:ext uri="{FF2B5EF4-FFF2-40B4-BE49-F238E27FC236}">
                <a16:creationId xmlns:a16="http://schemas.microsoft.com/office/drawing/2014/main" id="{C41DE9D9-211D-BA5C-07A0-05D08038CFA0}"/>
              </a:ext>
            </a:extLst>
          </p:cNvPr>
          <p:cNvSpPr txBox="1"/>
          <p:nvPr/>
        </p:nvSpPr>
        <p:spPr>
          <a:xfrm>
            <a:off x="483177" y="470605"/>
            <a:ext cx="13664045" cy="1138773"/>
          </a:xfrm>
          <a:prstGeom prst="rect">
            <a:avLst/>
          </a:prstGeom>
          <a:noFill/>
        </p:spPr>
        <p:txBody>
          <a:bodyPr wrap="square" rtlCol="0">
            <a:spAutoFit/>
          </a:bodyPr>
          <a:lstStyle/>
          <a:p>
            <a:pPr algn="ctr"/>
            <a:r>
              <a:rPr lang="en-US" sz="3400" b="1" u="sng" dirty="0"/>
              <a:t>The Results Are Better For Higher Significant Values But The Data Set Keeps Decreasing.</a:t>
            </a:r>
          </a:p>
        </p:txBody>
      </p:sp>
      <p:pic>
        <p:nvPicPr>
          <p:cNvPr id="8" name="Picture 7">
            <a:extLst>
              <a:ext uri="{FF2B5EF4-FFF2-40B4-BE49-F238E27FC236}">
                <a16:creationId xmlns:a16="http://schemas.microsoft.com/office/drawing/2014/main" id="{784A13AD-F963-6C87-6BEC-7009934C1533}"/>
              </a:ext>
            </a:extLst>
          </p:cNvPr>
          <p:cNvPicPr>
            <a:picLocks noChangeAspect="1"/>
          </p:cNvPicPr>
          <p:nvPr/>
        </p:nvPicPr>
        <p:blipFill>
          <a:blip r:embed="rId3"/>
          <a:stretch>
            <a:fillRect/>
          </a:stretch>
        </p:blipFill>
        <p:spPr>
          <a:xfrm>
            <a:off x="819150" y="1672382"/>
            <a:ext cx="12992100" cy="5737562"/>
          </a:xfrm>
          <a:prstGeom prst="rect">
            <a:avLst/>
          </a:prstGeom>
        </p:spPr>
      </p:pic>
      <p:sp>
        <p:nvSpPr>
          <p:cNvPr id="11" name="TextBox 10">
            <a:extLst>
              <a:ext uri="{FF2B5EF4-FFF2-40B4-BE49-F238E27FC236}">
                <a16:creationId xmlns:a16="http://schemas.microsoft.com/office/drawing/2014/main" id="{72A2C944-7362-15F4-35B7-D637B729FB08}"/>
              </a:ext>
            </a:extLst>
          </p:cNvPr>
          <p:cNvSpPr txBox="1"/>
          <p:nvPr/>
        </p:nvSpPr>
        <p:spPr>
          <a:xfrm>
            <a:off x="2311895" y="3822025"/>
            <a:ext cx="28670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dirty="0">
                <a:ln>
                  <a:noFill/>
                </a:ln>
                <a:solidFill>
                  <a:srgbClr val="ED7D31">
                    <a:lumMod val="50000"/>
                  </a:srgbClr>
                </a:solidFill>
                <a:effectLst/>
                <a:uLnTx/>
                <a:uFillTx/>
                <a:latin typeface="Calibri" panose="020F0502020204030204"/>
                <a:ea typeface="+mn-ea"/>
                <a:cs typeface="+mn-cs"/>
              </a:rPr>
              <a:t>With 2% significant change</a:t>
            </a:r>
          </a:p>
        </p:txBody>
      </p:sp>
      <p:sp>
        <p:nvSpPr>
          <p:cNvPr id="18" name="TextBox 17">
            <a:extLst>
              <a:ext uri="{FF2B5EF4-FFF2-40B4-BE49-F238E27FC236}">
                <a16:creationId xmlns:a16="http://schemas.microsoft.com/office/drawing/2014/main" id="{AFD8A704-7E9C-4E8E-6C1A-0D3756221B05}"/>
              </a:ext>
            </a:extLst>
          </p:cNvPr>
          <p:cNvSpPr txBox="1"/>
          <p:nvPr/>
        </p:nvSpPr>
        <p:spPr>
          <a:xfrm>
            <a:off x="9922558" y="5717858"/>
            <a:ext cx="327354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RMS --&gt; </a:t>
            </a:r>
            <a:r>
              <a:rPr lang="en-US" b="0" i="0" dirty="0">
                <a:effectLst/>
                <a:latin typeface="Consolas" panose="020B0609020204030204" pitchFamily="49" charset="0"/>
              </a:rPr>
              <a:t>17.21951007191948</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R2     --&gt; </a:t>
            </a:r>
            <a:r>
              <a:rPr lang="en-US" b="0" i="0" dirty="0">
                <a:effectLst/>
                <a:latin typeface="Consolas" panose="020B0609020204030204" pitchFamily="49" charset="0"/>
              </a:rPr>
              <a:t>0.97</a:t>
            </a:r>
            <a:r>
              <a:rPr lang="en-US" dirty="0">
                <a:latin typeface="Consolas" panose="020B0609020204030204" pitchFamily="49" charset="0"/>
              </a:rPr>
              <a:t>0</a:t>
            </a:r>
            <a:r>
              <a:rPr lang="en-US" b="0" i="0" dirty="0">
                <a:effectLst/>
                <a:latin typeface="Consolas" panose="020B0609020204030204" pitchFamily="49" charset="0"/>
              </a:rPr>
              <a:t>5352975536983</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1898544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txBody>
          <a:bodyPr/>
          <a:lstStyle/>
          <a:p>
            <a:endParaRPr lang="en-US" dirty="0"/>
          </a:p>
        </p:txBody>
      </p:sp>
      <p:sp>
        <p:nvSpPr>
          <p:cNvPr id="3" name="Shape 1"/>
          <p:cNvSpPr/>
          <p:nvPr/>
        </p:nvSpPr>
        <p:spPr>
          <a:xfrm>
            <a:off x="0" y="0"/>
            <a:ext cx="14630400" cy="11489185"/>
          </a:xfrm>
          <a:prstGeom prst="rect">
            <a:avLst/>
          </a:prstGeom>
          <a:solidFill>
            <a:srgbClr val="FEF5E7"/>
          </a:solidFill>
          <a:ln/>
        </p:spPr>
      </p:sp>
      <p:sp>
        <p:nvSpPr>
          <p:cNvPr id="4" name="Text 2"/>
          <p:cNvSpPr/>
          <p:nvPr/>
        </p:nvSpPr>
        <p:spPr>
          <a:xfrm>
            <a:off x="2348508" y="383685"/>
            <a:ext cx="9933503" cy="1306830"/>
          </a:xfrm>
          <a:prstGeom prst="rect">
            <a:avLst/>
          </a:prstGeom>
          <a:noFill/>
          <a:ln/>
        </p:spPr>
        <p:txBody>
          <a:bodyPr wrap="square" rtlCol="0" anchor="t"/>
          <a:lstStyle/>
          <a:p>
            <a:pPr marL="0" indent="0" algn="ctr">
              <a:lnSpc>
                <a:spcPts val="5146"/>
              </a:lnSpc>
              <a:buNone/>
            </a:pPr>
            <a:endParaRPr lang="en-US" sz="4117" b="1" dirty="0"/>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graphicFrame>
        <p:nvGraphicFramePr>
          <p:cNvPr id="18" name="Diagram 17">
            <a:extLst>
              <a:ext uri="{FF2B5EF4-FFF2-40B4-BE49-F238E27FC236}">
                <a16:creationId xmlns:a16="http://schemas.microsoft.com/office/drawing/2014/main" id="{72AB3886-C8E5-93C7-1DFA-4FBBA214FD71}"/>
              </a:ext>
            </a:extLst>
          </p:cNvPr>
          <p:cNvGraphicFramePr/>
          <p:nvPr>
            <p:extLst>
              <p:ext uri="{D42A27DB-BD31-4B8C-83A1-F6EECF244321}">
                <p14:modId xmlns:p14="http://schemas.microsoft.com/office/powerpoint/2010/main" val="435513601"/>
              </p:ext>
            </p:extLst>
          </p:nvPr>
        </p:nvGraphicFramePr>
        <p:xfrm>
          <a:off x="808579" y="315628"/>
          <a:ext cx="13013242" cy="7274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65710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1834988"/>
            <a:ext cx="14630400" cy="9414986"/>
          </a:xfrm>
          <a:prstGeom prst="rect">
            <a:avLst/>
          </a:prstGeom>
          <a:solidFill>
            <a:srgbClr val="FEF5E7"/>
          </a:solidFill>
          <a:ln/>
        </p:spPr>
      </p:sp>
      <p:sp>
        <p:nvSpPr>
          <p:cNvPr id="4" name="Text 2"/>
          <p:cNvSpPr/>
          <p:nvPr/>
        </p:nvSpPr>
        <p:spPr>
          <a:xfrm>
            <a:off x="2883990" y="264079"/>
            <a:ext cx="8862417" cy="1306830"/>
          </a:xfrm>
          <a:prstGeom prst="rect">
            <a:avLst/>
          </a:prstGeom>
          <a:noFill/>
          <a:ln/>
        </p:spPr>
        <p:txBody>
          <a:bodyPr wrap="square" rtlCol="0" anchor="t"/>
          <a:lstStyle/>
          <a:p>
            <a:pPr marL="0" indent="0" algn="ctr">
              <a:lnSpc>
                <a:spcPts val="5146"/>
              </a:lnSpc>
              <a:buNone/>
            </a:pPr>
            <a:r>
              <a:rPr lang="en-US" sz="4117" b="1" dirty="0"/>
              <a:t>The Problem Faced In Prediction Of The Future Days Between Tops And Bottoms</a:t>
            </a:r>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sp>
        <p:nvSpPr>
          <p:cNvPr id="17" name="TextBox 16">
            <a:extLst>
              <a:ext uri="{FF2B5EF4-FFF2-40B4-BE49-F238E27FC236}">
                <a16:creationId xmlns:a16="http://schemas.microsoft.com/office/drawing/2014/main" id="{C41DE9D9-211D-BA5C-07A0-05D08038CFA0}"/>
              </a:ext>
            </a:extLst>
          </p:cNvPr>
          <p:cNvSpPr txBox="1"/>
          <p:nvPr/>
        </p:nvSpPr>
        <p:spPr>
          <a:xfrm>
            <a:off x="789708" y="2049633"/>
            <a:ext cx="13456227" cy="1569660"/>
          </a:xfrm>
          <a:prstGeom prst="rect">
            <a:avLst/>
          </a:prstGeom>
          <a:noFill/>
        </p:spPr>
        <p:txBody>
          <a:bodyPr wrap="square" rtlCol="0">
            <a:spAutoFit/>
          </a:bodyPr>
          <a:lstStyle/>
          <a:p>
            <a:r>
              <a:rPr lang="en-US" sz="2400" b="1" dirty="0"/>
              <a:t>The main challenge in this experiment was :-</a:t>
            </a:r>
          </a:p>
          <a:p>
            <a:pPr marL="342900" indent="-342900">
              <a:buFont typeface="Arial" panose="020B0604020202020204" pitchFamily="34" charset="0"/>
              <a:buChar char="•"/>
            </a:pPr>
            <a:r>
              <a:rPr lang="en-US" sz="2400" b="1" dirty="0"/>
              <a:t>To predict the days between two consecutive top-bottom points. </a:t>
            </a:r>
          </a:p>
          <a:p>
            <a:pPr marL="342900" indent="-342900">
              <a:buFont typeface="Arial" panose="020B0604020202020204" pitchFamily="34" charset="0"/>
              <a:buChar char="•"/>
            </a:pPr>
            <a:r>
              <a:rPr lang="en-US" sz="2400" b="1" dirty="0"/>
              <a:t>Due to a shortage of data and haphazard changes of days in between, the prediction was not as accurate as the previous cases.</a:t>
            </a:r>
          </a:p>
        </p:txBody>
      </p:sp>
      <p:pic>
        <p:nvPicPr>
          <p:cNvPr id="8" name="Picture 7">
            <a:extLst>
              <a:ext uri="{FF2B5EF4-FFF2-40B4-BE49-F238E27FC236}">
                <a16:creationId xmlns:a16="http://schemas.microsoft.com/office/drawing/2014/main" id="{9999A3DC-0168-E894-2F67-ACB694EB7F90}"/>
              </a:ext>
            </a:extLst>
          </p:cNvPr>
          <p:cNvPicPr>
            <a:picLocks noChangeAspect="1"/>
          </p:cNvPicPr>
          <p:nvPr/>
        </p:nvPicPr>
        <p:blipFill>
          <a:blip r:embed="rId3"/>
          <a:stretch>
            <a:fillRect/>
          </a:stretch>
        </p:blipFill>
        <p:spPr>
          <a:xfrm>
            <a:off x="1479616" y="3810654"/>
            <a:ext cx="11671163" cy="4071156"/>
          </a:xfrm>
          <a:prstGeom prst="rect">
            <a:avLst/>
          </a:prstGeom>
        </p:spPr>
      </p:pic>
      <p:sp>
        <p:nvSpPr>
          <p:cNvPr id="11" name="TextBox 10">
            <a:extLst>
              <a:ext uri="{FF2B5EF4-FFF2-40B4-BE49-F238E27FC236}">
                <a16:creationId xmlns:a16="http://schemas.microsoft.com/office/drawing/2014/main" id="{81974134-525D-E842-3E4C-8A5B5CA695E2}"/>
              </a:ext>
            </a:extLst>
          </p:cNvPr>
          <p:cNvSpPr txBox="1"/>
          <p:nvPr/>
        </p:nvSpPr>
        <p:spPr>
          <a:xfrm>
            <a:off x="3761649" y="3973408"/>
            <a:ext cx="3052802" cy="646331"/>
          </a:xfrm>
          <a:prstGeom prst="rect">
            <a:avLst/>
          </a:prstGeom>
          <a:noFill/>
        </p:spPr>
        <p:txBody>
          <a:bodyPr wrap="square" rtlCol="0">
            <a:spAutoFit/>
          </a:bodyPr>
          <a:lstStyle/>
          <a:p>
            <a:r>
              <a:rPr lang="en-US" dirty="0"/>
              <a:t>RMS--&gt;17.762214395836885</a:t>
            </a:r>
          </a:p>
          <a:p>
            <a:r>
              <a:rPr lang="en-US" dirty="0"/>
              <a:t>R2    --&gt;0.6969085462946106</a:t>
            </a:r>
          </a:p>
        </p:txBody>
      </p:sp>
    </p:spTree>
    <p:extLst>
      <p:ext uri="{BB962C8B-B14F-4D97-AF65-F5344CB8AC3E}">
        <p14:creationId xmlns:p14="http://schemas.microsoft.com/office/powerpoint/2010/main" val="210320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2074199"/>
            <a:ext cx="14630400" cy="9414986"/>
          </a:xfrm>
          <a:prstGeom prst="rect">
            <a:avLst/>
          </a:prstGeom>
          <a:solidFill>
            <a:srgbClr val="FEF5E7"/>
          </a:solidFill>
          <a:ln/>
        </p:spPr>
        <p:txBody>
          <a:bodyPr/>
          <a:lstStyle/>
          <a:p>
            <a:endParaRPr lang="en-US" dirty="0"/>
          </a:p>
        </p:txBody>
      </p:sp>
      <p:sp>
        <p:nvSpPr>
          <p:cNvPr id="4" name="Text 2"/>
          <p:cNvSpPr/>
          <p:nvPr/>
        </p:nvSpPr>
        <p:spPr>
          <a:xfrm>
            <a:off x="2348508" y="420053"/>
            <a:ext cx="9933503" cy="1306830"/>
          </a:xfrm>
          <a:prstGeom prst="rect">
            <a:avLst/>
          </a:prstGeom>
          <a:noFill/>
          <a:ln/>
        </p:spPr>
        <p:txBody>
          <a:bodyPr wrap="square" rtlCol="0" anchor="t"/>
          <a:lstStyle/>
          <a:p>
            <a:pPr marL="0" indent="0" algn="ctr">
              <a:lnSpc>
                <a:spcPts val="5146"/>
              </a:lnSpc>
              <a:buNone/>
            </a:pPr>
            <a:r>
              <a:rPr lang="en-US" sz="4117" b="1" dirty="0"/>
              <a:t>Scope Of Improvement In The Previous Experiment</a:t>
            </a:r>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sp>
        <p:nvSpPr>
          <p:cNvPr id="17" name="TextBox 16">
            <a:extLst>
              <a:ext uri="{FF2B5EF4-FFF2-40B4-BE49-F238E27FC236}">
                <a16:creationId xmlns:a16="http://schemas.microsoft.com/office/drawing/2014/main" id="{C41DE9D9-211D-BA5C-07A0-05D08038CFA0}"/>
              </a:ext>
            </a:extLst>
          </p:cNvPr>
          <p:cNvSpPr txBox="1"/>
          <p:nvPr/>
        </p:nvSpPr>
        <p:spPr>
          <a:xfrm>
            <a:off x="789708" y="2436305"/>
            <a:ext cx="13456227" cy="1096903"/>
          </a:xfrm>
          <a:prstGeom prst="rect">
            <a:avLst/>
          </a:prstGeom>
          <a:noFill/>
        </p:spPr>
        <p:txBody>
          <a:bodyPr wrap="square" rtlCol="0">
            <a:spAutoFit/>
          </a:bodyPr>
          <a:lstStyle/>
          <a:p>
            <a:pPr marL="342900" indent="-342900">
              <a:buFont typeface="Arial" panose="020B0604020202020204" pitchFamily="34" charset="0"/>
              <a:buChar char="•"/>
            </a:pPr>
            <a:r>
              <a:rPr lang="en-US" sz="2400" b="1" dirty="0"/>
              <a:t>Due to shortage of time, we could not devote much time to experiment 2.</a:t>
            </a:r>
          </a:p>
          <a:p>
            <a:pPr marL="342900" indent="-342900">
              <a:lnSpc>
                <a:spcPct val="200000"/>
              </a:lnSpc>
              <a:buFont typeface="Arial" panose="020B0604020202020204" pitchFamily="34" charset="0"/>
              <a:buChar char="•"/>
            </a:pPr>
            <a:r>
              <a:rPr lang="en-US" sz="2400" b="1" dirty="0"/>
              <a:t>We intend to work on this and develop a better model.</a:t>
            </a:r>
          </a:p>
        </p:txBody>
      </p:sp>
      <p:pic>
        <p:nvPicPr>
          <p:cNvPr id="14" name="Picture 13">
            <a:extLst>
              <a:ext uri="{FF2B5EF4-FFF2-40B4-BE49-F238E27FC236}">
                <a16:creationId xmlns:a16="http://schemas.microsoft.com/office/drawing/2014/main" id="{F0B987CC-B133-347B-93D7-A7C9FC0844C9}"/>
              </a:ext>
            </a:extLst>
          </p:cNvPr>
          <p:cNvPicPr>
            <a:picLocks noChangeAspect="1"/>
          </p:cNvPicPr>
          <p:nvPr/>
        </p:nvPicPr>
        <p:blipFill>
          <a:blip r:embed="rId3"/>
          <a:stretch>
            <a:fillRect/>
          </a:stretch>
        </p:blipFill>
        <p:spPr>
          <a:xfrm>
            <a:off x="1320817" y="3756719"/>
            <a:ext cx="11988766" cy="4052828"/>
          </a:xfrm>
          <a:prstGeom prst="rect">
            <a:avLst/>
          </a:prstGeom>
        </p:spPr>
      </p:pic>
    </p:spTree>
    <p:extLst>
      <p:ext uri="{BB962C8B-B14F-4D97-AF65-F5344CB8AC3E}">
        <p14:creationId xmlns:p14="http://schemas.microsoft.com/office/powerpoint/2010/main" val="317503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graphicFrame>
        <p:nvGraphicFramePr>
          <p:cNvPr id="5" name="Diagram 4">
            <a:extLst>
              <a:ext uri="{FF2B5EF4-FFF2-40B4-BE49-F238E27FC236}">
                <a16:creationId xmlns:a16="http://schemas.microsoft.com/office/drawing/2014/main" id="{370D4494-E6BB-2540-9F1F-8F64A334F6FA}"/>
              </a:ext>
            </a:extLst>
          </p:cNvPr>
          <p:cNvGraphicFramePr/>
          <p:nvPr>
            <p:extLst>
              <p:ext uri="{D42A27DB-BD31-4B8C-83A1-F6EECF244321}">
                <p14:modId xmlns:p14="http://schemas.microsoft.com/office/powerpoint/2010/main" val="3175538197"/>
              </p:ext>
            </p:extLst>
          </p:nvPr>
        </p:nvGraphicFramePr>
        <p:xfrm>
          <a:off x="0" y="0"/>
          <a:ext cx="14557664" cy="82295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spTree>
    <p:extLst>
      <p:ext uri="{BB962C8B-B14F-4D97-AF65-F5344CB8AC3E}">
        <p14:creationId xmlns:p14="http://schemas.microsoft.com/office/powerpoint/2010/main" val="2835288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1293257"/>
            <a:ext cx="14630400" cy="9414986"/>
          </a:xfrm>
          <a:prstGeom prst="rect">
            <a:avLst/>
          </a:prstGeom>
          <a:solidFill>
            <a:srgbClr val="FEF5E7"/>
          </a:solidFill>
          <a:ln/>
        </p:spPr>
      </p:sp>
      <p:sp>
        <p:nvSpPr>
          <p:cNvPr id="4" name="Text 2"/>
          <p:cNvSpPr/>
          <p:nvPr/>
        </p:nvSpPr>
        <p:spPr>
          <a:xfrm>
            <a:off x="3760291" y="396378"/>
            <a:ext cx="7109817" cy="768417"/>
          </a:xfrm>
          <a:prstGeom prst="rect">
            <a:avLst/>
          </a:prstGeom>
          <a:noFill/>
          <a:ln/>
        </p:spPr>
        <p:txBody>
          <a:bodyPr wrap="square" rtlCol="0" anchor="t"/>
          <a:lstStyle/>
          <a:p>
            <a:pPr marL="0" indent="0" algn="ctr">
              <a:lnSpc>
                <a:spcPts val="5146"/>
              </a:lnSpc>
              <a:buNone/>
            </a:pPr>
            <a:r>
              <a:rPr lang="en-US" sz="4117" b="1" dirty="0"/>
              <a:t>The ultimate goal of our project </a:t>
            </a:r>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graphicFrame>
        <p:nvGraphicFramePr>
          <p:cNvPr id="8" name="Diagram 7">
            <a:extLst>
              <a:ext uri="{FF2B5EF4-FFF2-40B4-BE49-F238E27FC236}">
                <a16:creationId xmlns:a16="http://schemas.microsoft.com/office/drawing/2014/main" id="{62BCD57A-35F3-3BCB-A7E1-9B5A3C3D5657}"/>
              </a:ext>
            </a:extLst>
          </p:cNvPr>
          <p:cNvGraphicFramePr/>
          <p:nvPr>
            <p:extLst>
              <p:ext uri="{D42A27DB-BD31-4B8C-83A1-F6EECF244321}">
                <p14:modId xmlns:p14="http://schemas.microsoft.com/office/powerpoint/2010/main" val="3977488099"/>
              </p:ext>
            </p:extLst>
          </p:nvPr>
        </p:nvGraphicFramePr>
        <p:xfrm>
          <a:off x="415636" y="1506548"/>
          <a:ext cx="13799126" cy="64277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227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1481495"/>
            <a:ext cx="14630400" cy="9414986"/>
          </a:xfrm>
          <a:prstGeom prst="rect">
            <a:avLst/>
          </a:prstGeom>
          <a:solidFill>
            <a:srgbClr val="FEF5E7"/>
          </a:solidFill>
          <a:ln/>
        </p:spPr>
      </p:sp>
      <p:sp>
        <p:nvSpPr>
          <p:cNvPr id="4" name="Text 2"/>
          <p:cNvSpPr/>
          <p:nvPr/>
        </p:nvSpPr>
        <p:spPr>
          <a:xfrm>
            <a:off x="3263015" y="516134"/>
            <a:ext cx="8176677" cy="821559"/>
          </a:xfrm>
          <a:prstGeom prst="rect">
            <a:avLst/>
          </a:prstGeom>
          <a:noFill/>
          <a:ln/>
        </p:spPr>
        <p:txBody>
          <a:bodyPr wrap="square" rtlCol="0" anchor="t"/>
          <a:lstStyle/>
          <a:p>
            <a:pPr marL="0" indent="0" algn="ctr">
              <a:lnSpc>
                <a:spcPts val="5146"/>
              </a:lnSpc>
              <a:buNone/>
            </a:pPr>
            <a:r>
              <a:rPr lang="en-US" sz="4117" b="1" dirty="0"/>
              <a:t>Reports after all of our goals are met</a:t>
            </a:r>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sp>
        <p:nvSpPr>
          <p:cNvPr id="17" name="TextBox 16">
            <a:extLst>
              <a:ext uri="{FF2B5EF4-FFF2-40B4-BE49-F238E27FC236}">
                <a16:creationId xmlns:a16="http://schemas.microsoft.com/office/drawing/2014/main" id="{C41DE9D9-211D-BA5C-07A0-05D08038CFA0}"/>
              </a:ext>
            </a:extLst>
          </p:cNvPr>
          <p:cNvSpPr txBox="1"/>
          <p:nvPr/>
        </p:nvSpPr>
        <p:spPr>
          <a:xfrm>
            <a:off x="587085" y="1797182"/>
            <a:ext cx="13456227" cy="1754326"/>
          </a:xfrm>
          <a:prstGeom prst="rect">
            <a:avLst/>
          </a:prstGeom>
          <a:noFill/>
        </p:spPr>
        <p:txBody>
          <a:bodyPr wrap="square" rtlCol="0">
            <a:spAutoFit/>
          </a:bodyPr>
          <a:lstStyle/>
          <a:p>
            <a:pPr marL="571500" indent="-571500">
              <a:buFont typeface="Arial" panose="020B0604020202020204" pitchFamily="34" charset="0"/>
              <a:buChar char="•"/>
            </a:pPr>
            <a:r>
              <a:rPr lang="en-US" sz="3600" b="1" dirty="0"/>
              <a:t>We can report the user to buy a stock at its recent minimum price and after certain days when it reaches its peak position then the user can sell the stock and ultimately gain a profit</a:t>
            </a:r>
          </a:p>
        </p:txBody>
      </p:sp>
      <p:sp>
        <p:nvSpPr>
          <p:cNvPr id="5" name="TextBox 4">
            <a:extLst>
              <a:ext uri="{FF2B5EF4-FFF2-40B4-BE49-F238E27FC236}">
                <a16:creationId xmlns:a16="http://schemas.microsoft.com/office/drawing/2014/main" id="{711491B5-06F4-CA95-0E3D-CFACEE71FEB3}"/>
              </a:ext>
            </a:extLst>
          </p:cNvPr>
          <p:cNvSpPr txBox="1"/>
          <p:nvPr/>
        </p:nvSpPr>
        <p:spPr>
          <a:xfrm>
            <a:off x="6479165" y="3624797"/>
            <a:ext cx="1672066" cy="1446550"/>
          </a:xfrm>
          <a:prstGeom prst="rect">
            <a:avLst/>
          </a:prstGeom>
          <a:noFill/>
        </p:spPr>
        <p:txBody>
          <a:bodyPr wrap="square" rtlCol="0">
            <a:spAutoFit/>
          </a:bodyPr>
          <a:lstStyle/>
          <a:p>
            <a:r>
              <a:rPr lang="en-US" sz="8800" b="1" i="1" dirty="0"/>
              <a:t>OR</a:t>
            </a:r>
          </a:p>
        </p:txBody>
      </p:sp>
      <p:sp>
        <p:nvSpPr>
          <p:cNvPr id="8" name="TextBox 7">
            <a:extLst>
              <a:ext uri="{FF2B5EF4-FFF2-40B4-BE49-F238E27FC236}">
                <a16:creationId xmlns:a16="http://schemas.microsoft.com/office/drawing/2014/main" id="{D25777F4-5CD4-0004-17C0-C9333B437D6C}"/>
              </a:ext>
            </a:extLst>
          </p:cNvPr>
          <p:cNvSpPr txBox="1"/>
          <p:nvPr/>
        </p:nvSpPr>
        <p:spPr>
          <a:xfrm>
            <a:off x="587086" y="5454283"/>
            <a:ext cx="13456227" cy="1754326"/>
          </a:xfrm>
          <a:prstGeom prst="rect">
            <a:avLst/>
          </a:prstGeom>
          <a:noFill/>
        </p:spPr>
        <p:txBody>
          <a:bodyPr wrap="square" rtlCol="0">
            <a:spAutoFit/>
          </a:bodyPr>
          <a:lstStyle/>
          <a:p>
            <a:pPr marL="571500" indent="-571500">
              <a:buFont typeface="Arial" panose="020B0604020202020204" pitchFamily="34" charset="0"/>
              <a:buChar char="•"/>
            </a:pPr>
            <a:r>
              <a:rPr lang="en-US" sz="3600" b="1" dirty="0"/>
              <a:t>We can report the user to sell a stock at its recent  peak price and after certain days when it reaches its lowest price then the user can buy the stock and make a profit through sorting</a:t>
            </a:r>
          </a:p>
        </p:txBody>
      </p:sp>
    </p:spTree>
    <p:extLst>
      <p:ext uri="{BB962C8B-B14F-4D97-AF65-F5344CB8AC3E}">
        <p14:creationId xmlns:p14="http://schemas.microsoft.com/office/powerpoint/2010/main" val="6865063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1"/>
            <a:ext cx="14666554" cy="11235095"/>
          </a:xfrm>
          <a:prstGeom prst="rect">
            <a:avLst/>
          </a:prstGeom>
          <a:solidFill>
            <a:srgbClr val="FEF5E7"/>
          </a:solidFill>
          <a:ln/>
        </p:spPr>
        <p:txBody>
          <a:bodyPr/>
          <a:lstStyle/>
          <a:p>
            <a:endParaRPr lang="en-US" dirty="0"/>
          </a:p>
        </p:txBody>
      </p:sp>
      <p:sp>
        <p:nvSpPr>
          <p:cNvPr id="4" name="Text 2"/>
          <p:cNvSpPr/>
          <p:nvPr/>
        </p:nvSpPr>
        <p:spPr>
          <a:xfrm>
            <a:off x="2348448" y="701953"/>
            <a:ext cx="9933503" cy="1306830"/>
          </a:xfrm>
          <a:prstGeom prst="rect">
            <a:avLst/>
          </a:prstGeom>
          <a:noFill/>
          <a:ln/>
        </p:spPr>
        <p:txBody>
          <a:bodyPr wrap="square" rtlCol="0" anchor="t"/>
          <a:lstStyle/>
          <a:p>
            <a:pPr marL="0" indent="0" algn="ctr">
              <a:lnSpc>
                <a:spcPts val="5146"/>
              </a:lnSpc>
              <a:buNone/>
            </a:pPr>
            <a:endParaRPr lang="en-US" sz="4117" b="1" dirty="0"/>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sp>
        <p:nvSpPr>
          <p:cNvPr id="17" name="TextBox 16">
            <a:extLst>
              <a:ext uri="{FF2B5EF4-FFF2-40B4-BE49-F238E27FC236}">
                <a16:creationId xmlns:a16="http://schemas.microsoft.com/office/drawing/2014/main" id="{C41DE9D9-211D-BA5C-07A0-05D08038CFA0}"/>
              </a:ext>
            </a:extLst>
          </p:cNvPr>
          <p:cNvSpPr txBox="1"/>
          <p:nvPr/>
        </p:nvSpPr>
        <p:spPr>
          <a:xfrm>
            <a:off x="789708" y="2436305"/>
            <a:ext cx="13456227" cy="1754326"/>
          </a:xfrm>
          <a:prstGeom prst="rect">
            <a:avLst/>
          </a:prstGeom>
          <a:noFill/>
        </p:spPr>
        <p:txBody>
          <a:bodyPr wrap="square" rtlCol="0">
            <a:spAutoFit/>
          </a:bodyPr>
          <a:lstStyle/>
          <a:p>
            <a:pPr marL="742950" indent="-742950">
              <a:buAutoNum type="arabicPeriod"/>
            </a:pPr>
            <a:r>
              <a:rPr lang="en-US" sz="3600" b="1" dirty="0"/>
              <a:t>ARKA DAS</a:t>
            </a:r>
          </a:p>
          <a:p>
            <a:pPr marL="742950" indent="-742950">
              <a:buAutoNum type="arabicPeriod"/>
            </a:pPr>
            <a:r>
              <a:rPr lang="en-US" sz="3600" b="1" dirty="0"/>
              <a:t>ANJAL JHA</a:t>
            </a:r>
          </a:p>
          <a:p>
            <a:pPr marL="742950" indent="-742950">
              <a:buAutoNum type="arabicPeriod"/>
            </a:pPr>
            <a:r>
              <a:rPr lang="en-US" sz="3600" b="1" dirty="0"/>
              <a:t>ARPAN SANTRA</a:t>
            </a:r>
          </a:p>
        </p:txBody>
      </p:sp>
      <p:sp>
        <p:nvSpPr>
          <p:cNvPr id="5" name="TextBox 4">
            <a:extLst>
              <a:ext uri="{FF2B5EF4-FFF2-40B4-BE49-F238E27FC236}">
                <a16:creationId xmlns:a16="http://schemas.microsoft.com/office/drawing/2014/main" id="{711491B5-06F4-CA95-0E3D-CFACEE71FEB3}"/>
              </a:ext>
            </a:extLst>
          </p:cNvPr>
          <p:cNvSpPr txBox="1"/>
          <p:nvPr/>
        </p:nvSpPr>
        <p:spPr>
          <a:xfrm>
            <a:off x="350644" y="293258"/>
            <a:ext cx="7231423" cy="1446550"/>
          </a:xfrm>
          <a:prstGeom prst="rect">
            <a:avLst/>
          </a:prstGeom>
          <a:noFill/>
        </p:spPr>
        <p:txBody>
          <a:bodyPr wrap="square" rtlCol="0">
            <a:spAutoFit/>
          </a:bodyPr>
          <a:lstStyle/>
          <a:p>
            <a:r>
              <a:rPr lang="en-US" sz="8800" b="1" i="1" dirty="0"/>
              <a:t>Presented by:-</a:t>
            </a:r>
          </a:p>
        </p:txBody>
      </p:sp>
      <p:sp>
        <p:nvSpPr>
          <p:cNvPr id="8" name="TextBox 7">
            <a:extLst>
              <a:ext uri="{FF2B5EF4-FFF2-40B4-BE49-F238E27FC236}">
                <a16:creationId xmlns:a16="http://schemas.microsoft.com/office/drawing/2014/main" id="{D25777F4-5CD4-0004-17C0-C9333B437D6C}"/>
              </a:ext>
            </a:extLst>
          </p:cNvPr>
          <p:cNvSpPr txBox="1"/>
          <p:nvPr/>
        </p:nvSpPr>
        <p:spPr>
          <a:xfrm>
            <a:off x="350644" y="4476197"/>
            <a:ext cx="13456227" cy="1446550"/>
          </a:xfrm>
          <a:prstGeom prst="rect">
            <a:avLst/>
          </a:prstGeom>
          <a:noFill/>
        </p:spPr>
        <p:txBody>
          <a:bodyPr wrap="square" rtlCol="0">
            <a:spAutoFit/>
          </a:bodyPr>
          <a:lstStyle/>
          <a:p>
            <a:r>
              <a:rPr lang="en-US" sz="8800" b="1" i="1" dirty="0"/>
              <a:t>Guided by:-</a:t>
            </a:r>
          </a:p>
        </p:txBody>
      </p:sp>
      <p:sp>
        <p:nvSpPr>
          <p:cNvPr id="11" name="TextBox 10">
            <a:extLst>
              <a:ext uri="{FF2B5EF4-FFF2-40B4-BE49-F238E27FC236}">
                <a16:creationId xmlns:a16="http://schemas.microsoft.com/office/drawing/2014/main" id="{1C5A753C-4966-114E-4F42-E0B2F4CD5007}"/>
              </a:ext>
            </a:extLst>
          </p:cNvPr>
          <p:cNvSpPr txBox="1"/>
          <p:nvPr/>
        </p:nvSpPr>
        <p:spPr>
          <a:xfrm>
            <a:off x="789708" y="6564475"/>
            <a:ext cx="7873706" cy="1200329"/>
          </a:xfrm>
          <a:prstGeom prst="rect">
            <a:avLst/>
          </a:prstGeom>
          <a:noFill/>
        </p:spPr>
        <p:txBody>
          <a:bodyPr wrap="square" rtlCol="0">
            <a:spAutoFit/>
          </a:bodyPr>
          <a:lstStyle/>
          <a:p>
            <a:pPr marL="342900" indent="-342900">
              <a:buFont typeface="+mj-lt"/>
              <a:buAutoNum type="arabicPeriod"/>
            </a:pPr>
            <a:r>
              <a:rPr lang="en-US" sz="3600" b="1" dirty="0"/>
              <a:t>RUPAN PANJA</a:t>
            </a:r>
          </a:p>
          <a:p>
            <a:pPr marL="342900" indent="-342900">
              <a:buFont typeface="+mj-lt"/>
              <a:buAutoNum type="arabicPeriod"/>
            </a:pPr>
            <a:r>
              <a:rPr lang="en-US" sz="3600" b="1" dirty="0"/>
              <a:t>SANTOSH KUMAR SHARMA</a:t>
            </a:r>
          </a:p>
        </p:txBody>
      </p:sp>
    </p:spTree>
    <p:extLst>
      <p:ext uri="{BB962C8B-B14F-4D97-AF65-F5344CB8AC3E}">
        <p14:creationId xmlns:p14="http://schemas.microsoft.com/office/powerpoint/2010/main" val="3603848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1"/>
            <a:ext cx="14666554" cy="11235095"/>
          </a:xfrm>
          <a:prstGeom prst="rect">
            <a:avLst/>
          </a:prstGeom>
          <a:solidFill>
            <a:srgbClr val="FEF5E7"/>
          </a:solidFill>
          <a:ln/>
        </p:spPr>
        <p:txBody>
          <a:bodyPr/>
          <a:lstStyle/>
          <a:p>
            <a:endParaRPr lang="en-US" dirty="0"/>
          </a:p>
        </p:txBody>
      </p:sp>
      <p:sp>
        <p:nvSpPr>
          <p:cNvPr id="4" name="Text 2"/>
          <p:cNvSpPr/>
          <p:nvPr/>
        </p:nvSpPr>
        <p:spPr>
          <a:xfrm>
            <a:off x="2348448" y="701953"/>
            <a:ext cx="9933503" cy="1306830"/>
          </a:xfrm>
          <a:prstGeom prst="rect">
            <a:avLst/>
          </a:prstGeom>
          <a:noFill/>
          <a:ln/>
        </p:spPr>
        <p:txBody>
          <a:bodyPr wrap="square" rtlCol="0" anchor="t"/>
          <a:lstStyle/>
          <a:p>
            <a:pPr marL="0" indent="0" algn="ctr">
              <a:lnSpc>
                <a:spcPts val="5146"/>
              </a:lnSpc>
              <a:buNone/>
            </a:pPr>
            <a:endParaRPr lang="en-US" sz="4117" b="1" dirty="0"/>
          </a:p>
        </p:txBody>
      </p:sp>
      <p:sp>
        <p:nvSpPr>
          <p:cNvPr id="6" name="Text 4"/>
          <p:cNvSpPr/>
          <p:nvPr/>
        </p:nvSpPr>
        <p:spPr>
          <a:xfrm>
            <a:off x="1646337" y="3560683"/>
            <a:ext cx="114181" cy="392073"/>
          </a:xfrm>
          <a:prstGeom prst="rect">
            <a:avLst/>
          </a:prstGeom>
          <a:noFill/>
          <a:ln/>
        </p:spPr>
        <p:txBody>
          <a:bodyPr wrap="none" rtlCol="0" anchor="t"/>
          <a:lstStyle/>
          <a:p>
            <a:pPr marL="0" indent="0" algn="ctr">
              <a:lnSpc>
                <a:spcPts val="3088"/>
              </a:lnSpc>
              <a:buNone/>
            </a:pPr>
            <a:endParaRPr lang="en-US" sz="2470" dirty="0"/>
          </a:p>
        </p:txBody>
      </p:sp>
      <p:sp>
        <p:nvSpPr>
          <p:cNvPr id="7" name="Text 5"/>
          <p:cNvSpPr/>
          <p:nvPr/>
        </p:nvSpPr>
        <p:spPr>
          <a:xfrm>
            <a:off x="2175570" y="3506748"/>
            <a:ext cx="4133612" cy="980480"/>
          </a:xfrm>
          <a:prstGeom prst="rect">
            <a:avLst/>
          </a:prstGeom>
          <a:noFill/>
          <a:ln/>
        </p:spPr>
        <p:txBody>
          <a:bodyPr wrap="square" rtlCol="0" anchor="t"/>
          <a:lstStyle/>
          <a:p>
            <a:pPr marL="0" indent="0">
              <a:lnSpc>
                <a:spcPts val="2573"/>
              </a:lnSpc>
              <a:buNone/>
            </a:pPr>
            <a:endParaRPr lang="en-US" sz="2058" dirty="0"/>
          </a:p>
        </p:txBody>
      </p:sp>
      <p:sp>
        <p:nvSpPr>
          <p:cNvPr id="9" name="Text 7"/>
          <p:cNvSpPr/>
          <p:nvPr/>
        </p:nvSpPr>
        <p:spPr>
          <a:xfrm>
            <a:off x="8294072" y="3614618"/>
            <a:ext cx="168473" cy="392073"/>
          </a:xfrm>
          <a:prstGeom prst="rect">
            <a:avLst/>
          </a:prstGeom>
          <a:noFill/>
          <a:ln/>
        </p:spPr>
        <p:txBody>
          <a:bodyPr wrap="none" rtlCol="0" anchor="t"/>
          <a:lstStyle/>
          <a:p>
            <a:pPr marL="0" indent="0" algn="ctr">
              <a:lnSpc>
                <a:spcPts val="3088"/>
              </a:lnSpc>
              <a:buNone/>
            </a:pPr>
            <a:endParaRPr lang="en-US" sz="2470" dirty="0"/>
          </a:p>
        </p:txBody>
      </p:sp>
      <p:sp>
        <p:nvSpPr>
          <p:cNvPr id="10" name="Text 8"/>
          <p:cNvSpPr/>
          <p:nvPr/>
        </p:nvSpPr>
        <p:spPr>
          <a:xfrm>
            <a:off x="8850451" y="3560683"/>
            <a:ext cx="4133612" cy="980480"/>
          </a:xfrm>
          <a:prstGeom prst="rect">
            <a:avLst/>
          </a:prstGeom>
          <a:noFill/>
          <a:ln/>
        </p:spPr>
        <p:txBody>
          <a:bodyPr wrap="square" rtlCol="0" anchor="t"/>
          <a:lstStyle/>
          <a:p>
            <a:pPr marL="0" indent="0">
              <a:lnSpc>
                <a:spcPts val="2573"/>
              </a:lnSpc>
              <a:buNone/>
            </a:pPr>
            <a:endParaRPr lang="en-US" sz="2058" dirty="0"/>
          </a:p>
        </p:txBody>
      </p:sp>
      <p:sp>
        <p:nvSpPr>
          <p:cNvPr id="12" name="Text 10"/>
          <p:cNvSpPr/>
          <p:nvPr/>
        </p:nvSpPr>
        <p:spPr>
          <a:xfrm>
            <a:off x="1617158" y="5927884"/>
            <a:ext cx="174784" cy="392073"/>
          </a:xfrm>
          <a:prstGeom prst="rect">
            <a:avLst/>
          </a:prstGeom>
          <a:noFill/>
          <a:ln/>
        </p:spPr>
        <p:txBody>
          <a:bodyPr wrap="none" rtlCol="0" anchor="t"/>
          <a:lstStyle/>
          <a:p>
            <a:pPr marL="0" indent="0" algn="ctr">
              <a:lnSpc>
                <a:spcPts val="3088"/>
              </a:lnSpc>
              <a:buNone/>
            </a:pPr>
            <a:endParaRPr lang="en-US" sz="2470" dirty="0"/>
          </a:p>
        </p:txBody>
      </p:sp>
      <p:sp>
        <p:nvSpPr>
          <p:cNvPr id="13" name="Text 11"/>
          <p:cNvSpPr/>
          <p:nvPr/>
        </p:nvSpPr>
        <p:spPr>
          <a:xfrm>
            <a:off x="2176752" y="5873949"/>
            <a:ext cx="4133612" cy="980480"/>
          </a:xfrm>
          <a:prstGeom prst="rect">
            <a:avLst/>
          </a:prstGeom>
          <a:noFill/>
          <a:ln/>
        </p:spPr>
        <p:txBody>
          <a:bodyPr wrap="square" rtlCol="0" anchor="t"/>
          <a:lstStyle/>
          <a:p>
            <a:pPr marL="0" indent="0">
              <a:lnSpc>
                <a:spcPts val="2573"/>
              </a:lnSpc>
              <a:buNone/>
            </a:pPr>
            <a:endParaRPr lang="en-US" sz="2058" dirty="0"/>
          </a:p>
        </p:txBody>
      </p:sp>
      <p:sp>
        <p:nvSpPr>
          <p:cNvPr id="15" name="Text 13"/>
          <p:cNvSpPr/>
          <p:nvPr/>
        </p:nvSpPr>
        <p:spPr>
          <a:xfrm>
            <a:off x="8292524" y="5927884"/>
            <a:ext cx="170021" cy="392073"/>
          </a:xfrm>
          <a:prstGeom prst="rect">
            <a:avLst/>
          </a:prstGeom>
          <a:noFill/>
          <a:ln/>
        </p:spPr>
        <p:txBody>
          <a:bodyPr wrap="none" rtlCol="0" anchor="t"/>
          <a:lstStyle/>
          <a:p>
            <a:pPr marL="0" indent="0" algn="ctr">
              <a:lnSpc>
                <a:spcPts val="3088"/>
              </a:lnSpc>
              <a:buNone/>
            </a:pPr>
            <a:endParaRPr lang="en-US" sz="2470" dirty="0"/>
          </a:p>
        </p:txBody>
      </p:sp>
      <p:sp>
        <p:nvSpPr>
          <p:cNvPr id="16" name="Text 14"/>
          <p:cNvSpPr/>
          <p:nvPr/>
        </p:nvSpPr>
        <p:spPr>
          <a:xfrm>
            <a:off x="8849736" y="5873949"/>
            <a:ext cx="4133612" cy="653653"/>
          </a:xfrm>
          <a:prstGeom prst="rect">
            <a:avLst/>
          </a:prstGeom>
          <a:noFill/>
          <a:ln/>
        </p:spPr>
        <p:txBody>
          <a:bodyPr wrap="square" rtlCol="0" anchor="t"/>
          <a:lstStyle/>
          <a:p>
            <a:pPr marL="0" indent="0">
              <a:lnSpc>
                <a:spcPts val="2573"/>
              </a:lnSpc>
              <a:buNone/>
            </a:pPr>
            <a:endParaRPr lang="en-US" sz="2058" dirty="0"/>
          </a:p>
        </p:txBody>
      </p:sp>
      <p:graphicFrame>
        <p:nvGraphicFramePr>
          <p:cNvPr id="14" name="Diagram 13">
            <a:extLst>
              <a:ext uri="{FF2B5EF4-FFF2-40B4-BE49-F238E27FC236}">
                <a16:creationId xmlns:a16="http://schemas.microsoft.com/office/drawing/2014/main" id="{AEF34CE5-D303-C79D-F340-DA106E7ED1AF}"/>
              </a:ext>
            </a:extLst>
          </p:cNvPr>
          <p:cNvGraphicFramePr/>
          <p:nvPr>
            <p:extLst>
              <p:ext uri="{D42A27DB-BD31-4B8C-83A1-F6EECF244321}">
                <p14:modId xmlns:p14="http://schemas.microsoft.com/office/powerpoint/2010/main" val="1692892562"/>
              </p:ext>
            </p:extLst>
          </p:nvPr>
        </p:nvGraphicFramePr>
        <p:xfrm>
          <a:off x="0" y="0"/>
          <a:ext cx="14630400" cy="85228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5051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1284</TotalTime>
  <Words>1575</Words>
  <Application>Microsoft Office PowerPoint</Application>
  <PresentationFormat>Custom</PresentationFormat>
  <Paragraphs>274</Paragraphs>
  <Slides>33</Slides>
  <Notes>33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Consolas</vt:lpstr>
      <vt:lpstr>Lora</vt:lpstr>
      <vt:lpstr>Source Sans Pro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ARPAN SANTRA</cp:lastModifiedBy>
  <cp:revision>29</cp:revision>
  <dcterms:created xsi:type="dcterms:W3CDTF">2024-05-31T11:10:36Z</dcterms:created>
  <dcterms:modified xsi:type="dcterms:W3CDTF">2024-06-11T05:13:42Z</dcterms:modified>
</cp:coreProperties>
</file>